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fntdata" ContentType="application/x-fontdata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f592c6620e4c35" /><Relationship Type="http://schemas.openxmlformats.org/officeDocument/2006/relationships/extended-properties" Target="/docProps/app.xml" Id="R8e3104245c874020" /><Relationship Type="http://schemas.openxmlformats.org/officeDocument/2006/relationships/officeDocument" Target="/ppt/presentation.xml" Id="R217214468176438c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89274cb739f4c3f"/>
  </p:sldMasterIdLst>
  <p:notesMasterIdLst>
    <p:notesMasterId xmlns:r="http://schemas.openxmlformats.org/officeDocument/2006/relationships" r:id="R828a339dcd3647a8"/>
  </p:notesMasterIdLst>
  <p:sldIdLst>
    <p:sldId xmlns:r="http://schemas.openxmlformats.org/officeDocument/2006/relationships" id="256" r:id="R48c165477dfc4a50"/>
    <p:sldId xmlns:r="http://schemas.openxmlformats.org/officeDocument/2006/relationships" id="257" r:id="Rcbfbd52c1d1c4e60"/>
    <p:sldId xmlns:r="http://schemas.openxmlformats.org/officeDocument/2006/relationships" id="258" r:id="Raf5655c8cd30492a"/>
    <p:sldId xmlns:r="http://schemas.openxmlformats.org/officeDocument/2006/relationships" id="259" r:id="R9343a7518d8c4179"/>
    <p:sldId xmlns:r="http://schemas.openxmlformats.org/officeDocument/2006/relationships" id="260" r:id="Rbff3fceeed6a4b31"/>
    <p:sldId xmlns:r="http://schemas.openxmlformats.org/officeDocument/2006/relationships" id="261" r:id="Raf1f164367b24f54"/>
    <p:sldId xmlns:r="http://schemas.openxmlformats.org/officeDocument/2006/relationships" id="262" r:id="R65d64a35ecc34a33"/>
    <p:sldId xmlns:r="http://schemas.openxmlformats.org/officeDocument/2006/relationships" id="263" r:id="R7a3d857d8f094a0e"/>
    <p:sldId xmlns:r="http://schemas.openxmlformats.org/officeDocument/2006/relationships" id="264" r:id="R9a2753be369f447c"/>
    <p:sldId xmlns:r="http://schemas.openxmlformats.org/officeDocument/2006/relationships" id="265" r:id="R401223f9b9334292"/>
    <p:sldId xmlns:r="http://schemas.openxmlformats.org/officeDocument/2006/relationships" id="266" r:id="R0e204df28df048bf"/>
    <p:sldId xmlns:r="http://schemas.openxmlformats.org/officeDocument/2006/relationships" id="267" r:id="R9d406194ddb6406c"/>
  </p:sldIdLst>
  <p:sldSz cx="18288000" cy="10287000"/>
  <p:notesSz cx="6858000" cy="9144000"/>
  <p:embeddedFontLst>
    <p:embeddedFont>
      <p:font typeface="Finlandica Headline"/>
      <p:bold xmlns:ns1="http://schemas.openxmlformats.org/officeDocument/2006/relationships" ns1:id="rIdEmbedded-headline-bold"/>
    </p:embeddedFont>
    <p:embeddedFont>
      <p:font typeface="Finlandica Text"/>
      <p:regular xmlns:ns2="http://schemas.openxmlformats.org/officeDocument/2006/relationships" ns2:id="rIdEmbedded-text-regular"/>
      <p:bold xmlns:ns3="http://schemas.openxmlformats.org/officeDocument/2006/relationships" ns3:id="rIdEmbedded-text-bold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f2017e630a8740fc"/><Relationship Type="http://schemas.openxmlformats.org/officeDocument/2006/relationships/slideMaster" Target="/ppt/slideMasters/slideMaster1.xml" Id="R489274cb739f4c3f"/><Relationship Type="http://schemas.openxmlformats.org/officeDocument/2006/relationships/notesMaster" Target="/ppt/notesMasters/notesMaster1.xml" Id="R828a339dcd3647a8"/><Relationship Type="http://schemas.openxmlformats.org/officeDocument/2006/relationships/presProps" Target="/ppt/presProps.xml" Id="Rfa63b3f81a874970"/><Relationship Type="http://schemas.openxmlformats.org/officeDocument/2006/relationships/tableStyles" Target="/ppt/tableStyles.xml" Id="R784a61afa3cb421b"/><Relationship Type="http://schemas.openxmlformats.org/officeDocument/2006/relationships/slide" Target="/ppt/slides/slide1.xml" Id="R48c165477dfc4a50"/><Relationship Type="http://schemas.openxmlformats.org/officeDocument/2006/relationships/slide" Target="/ppt/slides/slide2.xml" Id="Rcbfbd52c1d1c4e60"/><Relationship Type="http://schemas.openxmlformats.org/officeDocument/2006/relationships/slide" Target="/ppt/slides/slide3.xml" Id="Raf5655c8cd30492a"/><Relationship Type="http://schemas.openxmlformats.org/officeDocument/2006/relationships/slide" Target="/ppt/slides/slide4.xml" Id="R9343a7518d8c4179"/><Relationship Type="http://schemas.openxmlformats.org/officeDocument/2006/relationships/slide" Target="/ppt/slides/slide5.xml" Id="Rbff3fceeed6a4b31"/><Relationship Type="http://schemas.openxmlformats.org/officeDocument/2006/relationships/slide" Target="/ppt/slides/slide6.xml" Id="Raf1f164367b24f54"/><Relationship Type="http://schemas.openxmlformats.org/officeDocument/2006/relationships/slide" Target="/ppt/slides/slide7.xml" Id="R65d64a35ecc34a33"/><Relationship Type="http://schemas.openxmlformats.org/officeDocument/2006/relationships/slide" Target="/ppt/slides/slide8.xml" Id="R7a3d857d8f094a0e"/><Relationship Type="http://schemas.openxmlformats.org/officeDocument/2006/relationships/slide" Target="/ppt/slides/slide9.xml" Id="R9a2753be369f447c"/><Relationship Type="http://schemas.openxmlformats.org/officeDocument/2006/relationships/slide" Target="/ppt/slides/slide10.xml" Id="R401223f9b9334292"/><Relationship Type="http://schemas.openxmlformats.org/officeDocument/2006/relationships/slide" Target="/ppt/slides/slide11.xml" Id="R0e204df28df048bf"/><Relationship Type="http://schemas.openxmlformats.org/officeDocument/2006/relationships/slide" Target="/ppt/slides/slide12.xml" Id="R9d406194ddb6406c"/><Relationship Id="rIdEmbedded-headline-bold" Type="http://schemas.openxmlformats.org/officeDocument/2006/relationships/font" Target="fonts/headline-bold.fntdata"/><Relationship Id="rIdEmbedded-text-regular" Type="http://schemas.openxmlformats.org/officeDocument/2006/relationships/font" Target="fonts/text-regular.fntdata"/><Relationship Id="rIdEmbedded-text-bold" Type="http://schemas.openxmlformats.org/officeDocument/2006/relationships/font" Target="fonts/text-bold.fntdata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ff6d13dc8047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0927c5116b42ff" /><Relationship Type="http://schemas.openxmlformats.org/officeDocument/2006/relationships/notesMaster" Target="/ppt/notesMasters/notesMaster1.xml" Id="R871244fc0fe840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e1f3b779d64f06" /><Relationship Type="http://schemas.openxmlformats.org/officeDocument/2006/relationships/notesMaster" Target="/ppt/notesMasters/notesMaster1.xml" Id="R249fa22f22e947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04f99c13a742b2" /><Relationship Type="http://schemas.openxmlformats.org/officeDocument/2006/relationships/notesMaster" Target="/ppt/notesMasters/notesMaster1.xml" Id="R299a1f13050f4f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f295353e7640ee" /><Relationship Type="http://schemas.openxmlformats.org/officeDocument/2006/relationships/notesMaster" Target="/ppt/notesMasters/notesMaster1.xml" Id="R183418e2c18447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985464440c4869" /><Relationship Type="http://schemas.openxmlformats.org/officeDocument/2006/relationships/notesMaster" Target="/ppt/notesMasters/notesMaster1.xml" Id="R159bbd34b5d344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2b7c8c18e44f1f" /><Relationship Type="http://schemas.openxmlformats.org/officeDocument/2006/relationships/notesMaster" Target="/ppt/notesMasters/notesMaster1.xml" Id="R021fc213ce104a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bf6ece38b84afc" /><Relationship Type="http://schemas.openxmlformats.org/officeDocument/2006/relationships/notesMaster" Target="/ppt/notesMasters/notesMaster1.xml" Id="Rd540ff85fc754c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4266a14a4341fc" /><Relationship Type="http://schemas.openxmlformats.org/officeDocument/2006/relationships/notesMaster" Target="/ppt/notesMasters/notesMaster1.xml" Id="R334b301a52f34d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2de90477164297" /><Relationship Type="http://schemas.openxmlformats.org/officeDocument/2006/relationships/notesMaster" Target="/ppt/notesMasters/notesMaster1.xml" Id="R2fcd0e9706e446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8720ddbe44435b" /><Relationship Type="http://schemas.openxmlformats.org/officeDocument/2006/relationships/notesMaster" Target="/ppt/notesMasters/notesMaster1.xml" Id="R7bb07ad5cb1c48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824fd5923e432c" /><Relationship Type="http://schemas.openxmlformats.org/officeDocument/2006/relationships/notesMaster" Target="/ppt/notesMasters/notesMaster1.xml" Id="R0467006b87af44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0cab4b2e784280" /><Relationship Type="http://schemas.openxmlformats.org/officeDocument/2006/relationships/notesMaster" Target="/ppt/notesMasters/notesMaster1.xml" Id="Re0b1f422aea94e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SDLCAI opening slides</a:t>
            </a:r>
          </a:p>
          <a:p xmlns:a="http://schemas.openxmlformats.org/drawingml/2006/main">
            <a:r>
              <a:t>https://sdlcai.org/slides/opening/#welcome</a:t>
            </a:r>
          </a:p>
          <a:p xmlns:a="http://schemas.openxmlformats.org/drawingml/2006/main">
            <a:r>
              <a:t>Local source: site/layouts/slide-opening.html</a:t>
            </a:r>
          </a:p>
          <a:p xmlns:a="http://schemas.openxmlformats.org/drawingml/2006/main">
            <a:r>
              <a:t>Original speaker photographs and sponsor logos from assets/.</a:t>
            </a:r>
          </a:p>
          <a:p xmlns:a="http://schemas.openxmlformats.org/drawingml/2006/main">
            <a:r>
              <a:t>The opening film is separate preroll media and precedes this welcome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SDLCAI opening slides</a:t>
            </a:r>
          </a:p>
          <a:p xmlns:a="http://schemas.openxmlformats.org/drawingml/2006/main">
            <a:r>
              <a:t>https://sdlcai.org/slides/opening/#sold-out</a:t>
            </a:r>
          </a:p>
          <a:p xmlns:a="http://schemas.openxmlformats.org/drawingml/2006/main">
            <a:r>
              <a:t>Local source: site/layouts/slide-opening.html</a:t>
            </a:r>
          </a:p>
          <a:p xmlns:a="http://schemas.openxmlformats.org/drawingml/2006/main">
            <a:r>
              <a:t>Original speaker photographs and sponsor logos from assets/.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SDLCAI opening slides</a:t>
            </a:r>
          </a:p>
          <a:p xmlns:a="http://schemas.openxmlformats.org/drawingml/2006/main">
            <a:r>
              <a:t>https://sdlcai.org/slides/opening/#themes</a:t>
            </a:r>
          </a:p>
          <a:p xmlns:a="http://schemas.openxmlformats.org/drawingml/2006/main">
            <a:r>
              <a:t>Local source: site/layouts/slide-opening.html</a:t>
            </a:r>
          </a:p>
          <a:p xmlns:a="http://schemas.openxmlformats.org/drawingml/2006/main">
            <a:r>
              <a:t>Original speaker photographs and sponsor logos from assets/.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SDLCAI opening slides</a:t>
            </a:r>
          </a:p>
          <a:p xmlns:a="http://schemas.openxmlformats.org/drawingml/2006/main">
            <a:r>
              <a:t>https://sdlcai.org/slides/opening/#speakers</a:t>
            </a:r>
          </a:p>
          <a:p xmlns:a="http://schemas.openxmlformats.org/drawingml/2006/main">
            <a:r>
              <a:t>Local source: site/layouts/slide-opening.html</a:t>
            </a:r>
          </a:p>
          <a:p xmlns:a="http://schemas.openxmlformats.org/drawingml/2006/main">
            <a:r>
              <a:t>Original speaker photographs and sponsor logos from assets/.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SDLCAI opening slides</a:t>
            </a:r>
          </a:p>
          <a:p xmlns:a="http://schemas.openxmlformats.org/drawingml/2006/main">
            <a:r>
              <a:t>https://sdlcai.org/slides/opening/#schedule</a:t>
            </a:r>
          </a:p>
          <a:p xmlns:a="http://schemas.openxmlformats.org/drawingml/2006/main">
            <a:r>
              <a:t>Local source: site/layouts/slide-opening.html</a:t>
            </a:r>
          </a:p>
          <a:p xmlns:a="http://schemas.openxmlformats.org/drawingml/2006/main">
            <a:r>
              <a:t>Original speaker photographs and sponsor logos from assets/.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SDLCAI opening slides</a:t>
            </a:r>
          </a:p>
          <a:p xmlns:a="http://schemas.openxmlformats.org/drawingml/2006/main">
            <a:r>
              <a:t>https://sdlcai.org/slides/opening/#afterparty</a:t>
            </a:r>
          </a:p>
          <a:p xmlns:a="http://schemas.openxmlformats.org/drawingml/2006/main">
            <a:r>
              <a:t>Local source: site/layouts/slide-opening.html</a:t>
            </a:r>
          </a:p>
          <a:p xmlns:a="http://schemas.openxmlformats.org/drawingml/2006/main">
            <a:r>
              <a:t>Original speaker photographs and sponsor logos from assets/.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SDLCAI opening slides</a:t>
            </a:r>
          </a:p>
          <a:p xmlns:a="http://schemas.openxmlformats.org/drawingml/2006/main">
            <a:r>
              <a:t>https://sdlcai.org/slides/opening/#hallway-track</a:t>
            </a:r>
          </a:p>
          <a:p xmlns:a="http://schemas.openxmlformats.org/drawingml/2006/main">
            <a:r>
              <a:t>Local source: site/layouts/slide-opening.html</a:t>
            </a:r>
          </a:p>
          <a:p xmlns:a="http://schemas.openxmlformats.org/drawingml/2006/main">
            <a:r>
              <a:t>Original speaker photographs and sponsor logos from assets/.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SDLCAI opening slides</a:t>
            </a:r>
          </a:p>
          <a:p xmlns:a="http://schemas.openxmlformats.org/drawingml/2006/main">
            <a:r>
              <a:t>https://sdlcai.org/slides/opening/#pacman-rule</a:t>
            </a:r>
          </a:p>
          <a:p xmlns:a="http://schemas.openxmlformats.org/drawingml/2006/main">
            <a:r>
              <a:t>Local source: site/layouts/slide-opening.html</a:t>
            </a:r>
          </a:p>
          <a:p xmlns:a="http://schemas.openxmlformats.org/drawingml/2006/main">
            <a:r>
              <a:t>Original speaker photographs and sponsor logos from assets/.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SDLCAI opening slides</a:t>
            </a:r>
          </a:p>
          <a:p xmlns:a="http://schemas.openxmlformats.org/drawingml/2006/main">
            <a:r>
              <a:t>https://sdlcai.org/slides/opening/#questions</a:t>
            </a:r>
          </a:p>
          <a:p xmlns:a="http://schemas.openxmlformats.org/drawingml/2006/main">
            <a:r>
              <a:t>Local source: site/layouts/slide-opening.html</a:t>
            </a:r>
          </a:p>
          <a:p xmlns:a="http://schemas.openxmlformats.org/drawingml/2006/main">
            <a:r>
              <a:t>Original speaker photographs and sponsor logos from assets/.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SDLCAI opening slides</a:t>
            </a:r>
          </a:p>
          <a:p xmlns:a="http://schemas.openxmlformats.org/drawingml/2006/main">
            <a:r>
              <a:t>https://sdlcai.org/slides/opening/#sponsors</a:t>
            </a:r>
          </a:p>
          <a:p xmlns:a="http://schemas.openxmlformats.org/drawingml/2006/main">
            <a:r>
              <a:t>Local source: site/layouts/slide-opening.html</a:t>
            </a:r>
          </a:p>
          <a:p xmlns:a="http://schemas.openxmlformats.org/drawingml/2006/main">
            <a:r>
              <a:t>Original speaker photographs and sponsor logos from assets/.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SDLCAI opening slides</a:t>
            </a:r>
          </a:p>
          <a:p xmlns:a="http://schemas.openxmlformats.org/drawingml/2006/main">
            <a:r>
              <a:t>https://sdlcai.org/slides/opening/#code-of-conduct</a:t>
            </a:r>
          </a:p>
          <a:p xmlns:a="http://schemas.openxmlformats.org/drawingml/2006/main">
            <a:r>
              <a:t>Local source: site/layouts/slide-opening.html</a:t>
            </a:r>
          </a:p>
          <a:p xmlns:a="http://schemas.openxmlformats.org/drawingml/2006/main">
            <a:r>
              <a:t>Original speaker photographs and sponsor logos from assets/.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SDLCAI opening slides</a:t>
            </a:r>
          </a:p>
          <a:p xmlns:a="http://schemas.openxmlformats.org/drawingml/2006/main">
            <a:r>
              <a:t>https://sdlcai.org/slides/opening/#sdlcai</a:t>
            </a:r>
          </a:p>
          <a:p xmlns:a="http://schemas.openxmlformats.org/drawingml/2006/main">
            <a:r>
              <a:t>Local source: site/layouts/slide-opening.html</a:t>
            </a:r>
          </a:p>
          <a:p xmlns:a="http://schemas.openxmlformats.org/drawingml/2006/main">
            <a:r>
              <a:t>Original speaker photographs and sponsor logos from assets/.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b000e0cb4a44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6c8e58c2d843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42aa8adb5743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659d3fb61641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752c9b8c8f4dc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ff083ee84849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1E114F-8242-4BF1-B85B-733D8C63A8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3F9000B-BC70-4206-B91D-B12AE19F09A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F8613D4-E12B-40AB-9C4A-2EC87288A1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F6B6BE-6EA7-4F5B-B15A-45FF3FD6B1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9EFA6B0-253E-4776-BF5E-A0CAC462FD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6F3D1A-7E7A-4118-8800-D0B3DB0842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8E51A3-467B-4D80-8668-8B409DFE99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5FA6CCF-D05A-4AF2-ADF9-C0DA0AA928E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AE30B3-A5F0-45A9-AC90-21C7C7B761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DF6F59-8EC3-4BFD-A18D-4FB4B0E662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32e986ae614692" /><Relationship Type="http://schemas.openxmlformats.org/officeDocument/2006/relationships/slideLayout" Target="/ppt/slideLayouts/slideLayout1.xml" Id="Rb0c1524e52a74fc9" /><Relationship Type="http://schemas.openxmlformats.org/officeDocument/2006/relationships/slideLayout" Target="/ppt/slideLayouts/slideLayout2.xml" Id="R4765d806d77e49a0" /><Relationship Type="http://schemas.openxmlformats.org/officeDocument/2006/relationships/slideLayout" Target="/ppt/slideLayouts/slideLayout3.xml" Id="R3d2684d56cda484d" /><Relationship Type="http://schemas.openxmlformats.org/officeDocument/2006/relationships/slideLayout" Target="/ppt/slideLayouts/slideLayout4.xml" Id="R3efe2d2e152c46bb" /><Relationship Type="http://schemas.openxmlformats.org/officeDocument/2006/relationships/slideLayout" Target="/ppt/slideLayouts/slideLayout5.xml" Id="Ra140a05cfe564146" /><Relationship Type="http://schemas.openxmlformats.org/officeDocument/2006/relationships/slideLayout" Target="/ppt/slideLayouts/slideLayout6.xml" Id="R386f5be033f544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c1524e52a74fc9"/>
    <p:sldLayoutId xmlns:r="http://schemas.openxmlformats.org/officeDocument/2006/relationships" id="2147483650" r:id="R4765d806d77e49a0"/>
    <p:sldLayoutId xmlns:r="http://schemas.openxmlformats.org/officeDocument/2006/relationships" id="2147483651" r:id="R3d2684d56cda484d"/>
    <p:sldLayoutId xmlns:r="http://schemas.openxmlformats.org/officeDocument/2006/relationships" id="2147483652" r:id="R3efe2d2e152c46bb"/>
    <p:sldLayoutId xmlns:r="http://schemas.openxmlformats.org/officeDocument/2006/relationships" id="2147483653" r:id="Ra140a05cfe564146"/>
    <p:sldLayoutId xmlns:r="http://schemas.openxmlformats.org/officeDocument/2006/relationships" id="2147483654" r:id="R386f5be033f544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54478de0494977" /><Relationship Type="http://schemas.openxmlformats.org/officeDocument/2006/relationships/image" Target="/ppt/media/image.png" Id="R00128ba64b0240ce" /><Relationship Type="http://schemas.openxmlformats.org/officeDocument/2006/relationships/notesSlide" Target="/ppt/notesSlides/notesSlide1.xml" Id="R7b713c1ee3d449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c89ce0d8bc462c" /><Relationship Type="http://schemas.openxmlformats.org/officeDocument/2006/relationships/image" Target="/ppt/media/image2.png" Id="R2accf6ca1a1141c9" /><Relationship Type="http://schemas.openxmlformats.org/officeDocument/2006/relationships/notesSlide" Target="/ppt/notesSlides/notesSlide2.xml" Id="R54a8c159b2da4a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be975d019542ea" /><Relationship Type="http://schemas.openxmlformats.org/officeDocument/2006/relationships/image" Target="/ppt/media/image3.png" Id="R09eef2c7960243a9" /><Relationship Type="http://schemas.openxmlformats.org/officeDocument/2006/relationships/notesSlide" Target="/ppt/notesSlides/notesSlide3.xml" Id="R375df85457fd43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c713953037475c" /><Relationship Type="http://schemas.openxmlformats.org/officeDocument/2006/relationships/image" Target="/ppt/media/image4.png" Id="R253cac3a374c4cea" /><Relationship Type="http://schemas.openxmlformats.org/officeDocument/2006/relationships/image" Target="/ppt/media/image5.png" Id="Re596842a09004d93" /><Relationship Type="http://schemas.openxmlformats.org/officeDocument/2006/relationships/image" Target="/ppt/media/image6.png" Id="Ra823c7a9aa1d4383" /><Relationship Type="http://schemas.openxmlformats.org/officeDocument/2006/relationships/image" Target="/ppt/media/image7.png" Id="R714f3da4ebed4625" /><Relationship Type="http://schemas.openxmlformats.org/officeDocument/2006/relationships/image" Target="/ppt/media/image8.png" Id="R5178712320744753" /><Relationship Type="http://schemas.openxmlformats.org/officeDocument/2006/relationships/image" Target="/ppt/media/image9.png" Id="R7f294e5d457e4d64" /><Relationship Type="http://schemas.openxmlformats.org/officeDocument/2006/relationships/image" Target="/ppt/media/image10.png" Id="R8b2246d22fde494e" /><Relationship Type="http://schemas.openxmlformats.org/officeDocument/2006/relationships/image" Target="/ppt/media/image11.png" Id="R53775e459332482b" /><Relationship Type="http://schemas.openxmlformats.org/officeDocument/2006/relationships/image" Target="/ppt/media/image12.png" Id="Rdf76811db2a54dd5" /><Relationship Type="http://schemas.openxmlformats.org/officeDocument/2006/relationships/image" Target="/ppt/media/image13.png" Id="R68598722ee9a4b8d" /><Relationship Type="http://schemas.openxmlformats.org/officeDocument/2006/relationships/image" Target="/ppt/media/image14.png" Id="R046f364e48464cf0" /><Relationship Type="http://schemas.openxmlformats.org/officeDocument/2006/relationships/notesSlide" Target="/ppt/notesSlides/notesSlide4.xml" Id="Re4ba240536b94c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fb0775fc314278" /><Relationship Type="http://schemas.openxmlformats.org/officeDocument/2006/relationships/image" Target="/ppt/media/image15.png" Id="R0d90656ba75746ee" /><Relationship Type="http://schemas.openxmlformats.org/officeDocument/2006/relationships/hyperlink" Target="https://sdlcai.org/schedule/" TargetMode="External" Id="Rddcbe1dcdc1b442e" /><Relationship Type="http://schemas.openxmlformats.org/officeDocument/2006/relationships/notesSlide" Target="/ppt/notesSlides/notesSlide5.xml" Id="R6ec8e000b7c84c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713c175db4471c" /><Relationship Type="http://schemas.openxmlformats.org/officeDocument/2006/relationships/image" Target="/ppt/media/image16.png" Id="R88ee644d3e1b48a3" /><Relationship Type="http://schemas.openxmlformats.org/officeDocument/2006/relationships/notesSlide" Target="/ppt/notesSlides/notesSlide6.xml" Id="R166ba1a3d7ee4f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28d09aae0c45e6" /><Relationship Type="http://schemas.openxmlformats.org/officeDocument/2006/relationships/image" Target="/ppt/media/image17.png" Id="R559ae21e3a684ade" /><Relationship Type="http://schemas.openxmlformats.org/officeDocument/2006/relationships/notesSlide" Target="/ppt/notesSlides/notesSlide7.xml" Id="Rcd51471b73a446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d474cb90544782" /><Relationship Type="http://schemas.openxmlformats.org/officeDocument/2006/relationships/image" Target="/ppt/media/image18.png" Id="Re8187b0034154805" /><Relationship Type="http://schemas.openxmlformats.org/officeDocument/2006/relationships/notesSlide" Target="/ppt/notesSlides/notesSlide8.xml" Id="Rc23b9cf2dfc744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1ecdd701d247c0" /><Relationship Type="http://schemas.openxmlformats.org/officeDocument/2006/relationships/image" Target="/ppt/media/image19.png" Id="Re1d5224c61204ef8" /><Relationship Type="http://schemas.openxmlformats.org/officeDocument/2006/relationships/image" Target="/ppt/media/image20.png" Id="Ra39cdb812ed34582" /><Relationship Type="http://schemas.openxmlformats.org/officeDocument/2006/relationships/hyperlink" Target="https://sdlcai.org/qa/" TargetMode="External" Id="R36a22c184506494d" /><Relationship Type="http://schemas.openxmlformats.org/officeDocument/2006/relationships/notesSlide" Target="/ppt/notesSlides/notesSlide9.xml" Id="Ra94950dfdf754b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6a90a12938418d" /><Relationship Type="http://schemas.openxmlformats.org/officeDocument/2006/relationships/image" Target="/ppt/media/image21.png" Id="Rdcb2d91f61154b21" /><Relationship Type="http://schemas.openxmlformats.org/officeDocument/2006/relationships/image" Target="/ppt/media/image22.png" Id="Rc508757cf50b4d5b" /><Relationship Type="http://schemas.openxmlformats.org/officeDocument/2006/relationships/image" Target="/ppt/media/image23.png" Id="Re1c16c3390ac42f9" /><Relationship Type="http://schemas.openxmlformats.org/officeDocument/2006/relationships/image" Target="/ppt/media/image24.png" Id="R91bcd7eb9d134709" /><Relationship Type="http://schemas.openxmlformats.org/officeDocument/2006/relationships/image" Target="/ppt/media/image25.png" Id="R659a950576144a12" /><Relationship Type="http://schemas.openxmlformats.org/officeDocument/2006/relationships/image" Target="/ppt/media/image26.png" Id="R73d5d6b8f2324438" /><Relationship Type="http://schemas.openxmlformats.org/officeDocument/2006/relationships/image" Target="/ppt/media/image27.png" Id="R37a6495d7be74c0d" /><Relationship Type="http://schemas.openxmlformats.org/officeDocument/2006/relationships/image" Target="/ppt/media/image28.png" Id="R89be8c03d2f2409b" /><Relationship Type="http://schemas.openxmlformats.org/officeDocument/2006/relationships/notesSlide" Target="/ppt/notesSlides/notesSlide10.xml" Id="R7d3c31e4b72549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674b902a3640a3" /><Relationship Type="http://schemas.openxmlformats.org/officeDocument/2006/relationships/image" Target="/ppt/media/image29.png" Id="Rc831f6fc9b5c4293" /><Relationship Type="http://schemas.openxmlformats.org/officeDocument/2006/relationships/hyperlink" Target="https://berlincodeofconduct.org/en" TargetMode="External" Id="R8bfda9b6c11e4787" /><Relationship Type="http://schemas.openxmlformats.org/officeDocument/2006/relationships/notesSlide" Target="/ppt/notesSlides/notesSlide11.xml" Id="Rb3cd1fc9646248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8393e86a874f94" /><Relationship Type="http://schemas.openxmlformats.org/officeDocument/2006/relationships/image" Target="/ppt/media/image30.png" Id="Rc9e57f40992840f1" /><Relationship Type="http://schemas.openxmlformats.org/officeDocument/2006/relationships/notesSlide" Target="/ppt/notesSlides/notesSlide12.xml" Id="R8e6d3bb0984b4e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2ACA9-D112-4C4D-AA62-EAE729199E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28ba64b0240ce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welcome-span-1">
            <a:extLst xmlns:a="http://schemas.openxmlformats.org/drawingml/2006/main">
              <a:ext uri="{FF2B5EF4-FFF2-40B4-BE49-F238E27FC236}">
                <a16:creationId xmlns:a16="http://schemas.microsoft.com/office/drawing/2014/main" id="{8E7B593E-CA59-4038-9D96-52487529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95168"/>
            <a:ext cx="1216670" cy="37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SDLCAI</a:t>
            </a:r>
          </a:p>
        </p:txBody>
      </p:sp>
      <p:sp>
        <p:nvSpPr>
          <p:cNvPr id="3" name="welcome-span-2">
            <a:extLst xmlns:a="http://schemas.openxmlformats.org/drawingml/2006/main">
              <a:ext uri="{FF2B5EF4-FFF2-40B4-BE49-F238E27FC236}">
                <a16:creationId xmlns:a16="http://schemas.microsoft.com/office/drawing/2014/main" id="{EB473E38-D39D-4F81-8045-5D934778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0853" y="662117"/>
            <a:ext cx="3012877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13 OCTOBER 2026 / MARSIO</a:t>
            </a:r>
          </a:p>
        </p:txBody>
      </p:sp>
      <p:sp>
        <p:nvSpPr>
          <p:cNvPr id="4" name="welcome-p-3">
            <a:extLst xmlns:a="http://schemas.openxmlformats.org/drawingml/2006/main">
              <a:ext uri="{FF2B5EF4-FFF2-40B4-BE49-F238E27FC236}">
                <a16:creationId xmlns:a16="http://schemas.microsoft.com/office/drawing/2014/main" id="{36E44517-5527-4039-95E4-3CA469DC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2527333"/>
            <a:ext cx="2615505" cy="43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1" b="1" spc="105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621" b="1" spc="105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621" b="1" spc="105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WELCOME TO</a:t>
            </a:r>
          </a:p>
        </p:txBody>
      </p:sp>
      <p:sp>
        <p:nvSpPr>
          <p:cNvPr id="5" name="welcome-h1-4">
            <a:extLst xmlns:a="http://schemas.openxmlformats.org/drawingml/2006/main">
              <a:ext uri="{FF2B5EF4-FFF2-40B4-BE49-F238E27FC236}">
                <a16:creationId xmlns:a16="http://schemas.microsoft.com/office/drawing/2014/main" id="{7A2D7F8D-6938-489F-BB8A-CEE6EEC2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2540285"/>
            <a:ext cx="10613380" cy="4393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08" b="1" spc="-655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26208" b="1" spc="-655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26208" b="1" spc="-655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SDLCAI</a:t>
            </a:r>
          </a:p>
        </p:txBody>
      </p:sp>
      <p:sp>
        <p:nvSpPr>
          <p:cNvPr id="6" name="welcome-p-5">
            <a:extLst xmlns:a="http://schemas.openxmlformats.org/drawingml/2006/main">
              <a:ext uri="{FF2B5EF4-FFF2-40B4-BE49-F238E27FC236}">
                <a16:creationId xmlns:a16="http://schemas.microsoft.com/office/drawing/2014/main" id="{5DC36686-2048-46C7-AF2C-9FF32707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6409658"/>
            <a:ext cx="11105852" cy="681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AI meets the software development lifecycle.</a:t>
            </a:r>
          </a:p>
        </p:txBody>
      </p:sp>
      <p:sp>
        <p:nvSpPr>
          <p:cNvPr id="7" name="welcome-p-6">
            <a:extLst xmlns:a="http://schemas.openxmlformats.org/drawingml/2006/main">
              <a:ext uri="{FF2B5EF4-FFF2-40B4-BE49-F238E27FC236}">
                <a16:creationId xmlns:a16="http://schemas.microsoft.com/office/drawing/2014/main" id="{FC996B36-E9FC-4067-8F5E-FB357A22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7391185"/>
            <a:ext cx="8244929" cy="43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rPr>
              <a:t>One day. Industry and academia. One conversation.</a:t>
            </a:r>
          </a:p>
        </p:txBody>
      </p:sp>
      <p:sp>
        <p:nvSpPr>
          <p:cNvPr id="8" name="welcome-span-7">
            <a:extLst xmlns:a="http://schemas.openxmlformats.org/drawingml/2006/main">
              <a:ext uri="{FF2B5EF4-FFF2-40B4-BE49-F238E27FC236}">
                <a16:creationId xmlns:a16="http://schemas.microsoft.com/office/drawing/2014/main" id="{CE53062E-4B15-457D-8F39-CB019851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9440446"/>
            <a:ext cx="1700808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AI MEETS SDLC</a:t>
            </a:r>
          </a:p>
        </p:txBody>
      </p:sp>
      <p:sp>
        <p:nvSpPr>
          <p:cNvPr id="9" name="welcome-span-8">
            <a:extLst xmlns:a="http://schemas.openxmlformats.org/drawingml/2006/main">
              <a:ext uri="{FF2B5EF4-FFF2-40B4-BE49-F238E27FC236}">
                <a16:creationId xmlns:a16="http://schemas.microsoft.com/office/drawing/2014/main" id="{84B9A7EA-363C-4115-AFAC-508ED495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0836" y="9440446"/>
            <a:ext cx="762893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1 / 12</a:t>
            </a:r>
          </a:p>
        </p:txBody>
      </p:sp>
    </p:spTree>
    <p:extLst>
      <p:ext uri="{BB962C8B-B14F-4D97-AF65-F5344CB8AC3E}">
        <p14:creationId xmlns:p14="http://schemas.microsoft.com/office/powerpoint/2010/main" val="13849117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3D2CF-0CF1-4DC0-864D-77EDE5E8A3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cf6ca1a1141c9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sold-out-span-1">
            <a:extLst xmlns:a="http://schemas.openxmlformats.org/drawingml/2006/main">
              <a:ext uri="{FF2B5EF4-FFF2-40B4-BE49-F238E27FC236}">
                <a16:creationId xmlns:a16="http://schemas.microsoft.com/office/drawing/2014/main" id="{CDC49B35-1A0C-4B8E-8AC1-7361AC66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95168"/>
            <a:ext cx="1216670" cy="37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SDLCAI</a:t>
            </a:r>
          </a:p>
        </p:txBody>
      </p:sp>
      <p:sp>
        <p:nvSpPr>
          <p:cNvPr id="3" name="sold-out-span-2">
            <a:extLst xmlns:a="http://schemas.openxmlformats.org/drawingml/2006/main">
              <a:ext uri="{FF2B5EF4-FFF2-40B4-BE49-F238E27FC236}">
                <a16:creationId xmlns:a16="http://schemas.microsoft.com/office/drawing/2014/main" id="{EDD958CE-1060-4522-B664-81B2D3DB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0853" y="662117"/>
            <a:ext cx="3012877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13 OCTOBER 2026 / MARSIO</a:t>
            </a:r>
          </a:p>
        </p:txBody>
      </p:sp>
      <p:sp>
        <p:nvSpPr>
          <p:cNvPr id="4" name="sold-out-p-3">
            <a:extLst xmlns:a="http://schemas.openxmlformats.org/drawingml/2006/main">
              <a:ext uri="{FF2B5EF4-FFF2-40B4-BE49-F238E27FC236}">
                <a16:creationId xmlns:a16="http://schemas.microsoft.com/office/drawing/2014/main" id="{C0988E91-6478-40A5-97DE-612C8791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2643568"/>
            <a:ext cx="2079129" cy="43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1" b="1" spc="105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621" b="1" spc="105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621" b="1" spc="105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SOLD OUT</a:t>
            </a:r>
          </a:p>
        </p:txBody>
      </p:sp>
      <p:sp>
        <p:nvSpPr>
          <p:cNvPr id="5" name="sold-out-h1-4">
            <a:extLst xmlns:a="http://schemas.openxmlformats.org/drawingml/2006/main">
              <a:ext uri="{FF2B5EF4-FFF2-40B4-BE49-F238E27FC236}">
                <a16:creationId xmlns:a16="http://schemas.microsoft.com/office/drawing/2014/main" id="{21EDA012-B1EA-4494-9095-1CC46E64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2168435"/>
            <a:ext cx="8038058" cy="593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381" b="1" spc="-1415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35381" b="1" spc="-1415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35381" b="1" spc="-1415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200</a:t>
            </a:r>
          </a:p>
        </p:txBody>
      </p:sp>
      <p:sp>
        <p:nvSpPr>
          <p:cNvPr id="6" name="sold-out-p-5">
            <a:extLst xmlns:a="http://schemas.openxmlformats.org/drawingml/2006/main">
              <a:ext uri="{FF2B5EF4-FFF2-40B4-BE49-F238E27FC236}">
                <a16:creationId xmlns:a16="http://schemas.microsoft.com/office/drawing/2014/main" id="{AD57E419-9958-48B3-B810-A3517FA7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7075217"/>
            <a:ext cx="5086648" cy="681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attendees (approx.)</a:t>
            </a:r>
          </a:p>
        </p:txBody>
      </p:sp>
      <p:sp>
        <p:nvSpPr>
          <p:cNvPr id="7" name="sold-out-p-6">
            <a:extLst xmlns:a="http://schemas.openxmlformats.org/drawingml/2006/main">
              <a:ext uri="{FF2B5EF4-FFF2-40B4-BE49-F238E27FC236}">
                <a16:creationId xmlns:a16="http://schemas.microsoft.com/office/drawing/2014/main" id="{E4B30108-0EBD-499B-9EB4-523445FF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2610" y="5827367"/>
            <a:ext cx="3852416" cy="98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97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5897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5897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Thank you</a:t>
            </a:r>
          </a:p>
        </p:txBody>
      </p:sp>
      <p:sp>
        <p:nvSpPr>
          <p:cNvPr id="8" name="sold-out-p-7">
            <a:extLst xmlns:a="http://schemas.openxmlformats.org/drawingml/2006/main">
              <a:ext uri="{FF2B5EF4-FFF2-40B4-BE49-F238E27FC236}">
                <a16:creationId xmlns:a16="http://schemas.microsoft.com/office/drawing/2014/main" id="{CDFFBE45-14EF-4871-96D8-CE361127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2610" y="6651131"/>
            <a:ext cx="5368082" cy="98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97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5897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5897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for being here.</a:t>
            </a:r>
          </a:p>
        </p:txBody>
      </p:sp>
      <p:sp>
        <p:nvSpPr>
          <p:cNvPr id="9" name="sold-out-span-8">
            <a:extLst xmlns:a="http://schemas.openxmlformats.org/drawingml/2006/main">
              <a:ext uri="{FF2B5EF4-FFF2-40B4-BE49-F238E27FC236}">
                <a16:creationId xmlns:a16="http://schemas.microsoft.com/office/drawing/2014/main" id="{BD94A5F4-B023-48C8-9968-A2A145C1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9440446"/>
            <a:ext cx="1700808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AI MEETS SDLC</a:t>
            </a:r>
          </a:p>
        </p:txBody>
      </p:sp>
      <p:sp>
        <p:nvSpPr>
          <p:cNvPr id="10" name="sold-out-span-9">
            <a:extLst xmlns:a="http://schemas.openxmlformats.org/drawingml/2006/main">
              <a:ext uri="{FF2B5EF4-FFF2-40B4-BE49-F238E27FC236}">
                <a16:creationId xmlns:a16="http://schemas.microsoft.com/office/drawing/2014/main" id="{60AC1AA3-41A5-4C00-B050-F789DC96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0298" y="9440446"/>
            <a:ext cx="783431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2 / 12</a:t>
            </a:r>
          </a:p>
        </p:txBody>
      </p:sp>
    </p:spTree>
    <p:extLst>
      <p:ext uri="{BB962C8B-B14F-4D97-AF65-F5344CB8AC3E}">
        <p14:creationId xmlns:p14="http://schemas.microsoft.com/office/powerpoint/2010/main" val="13781318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93824-10D8-4B4D-9BE0-608EBC3A41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ef2c7960243a9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themes-span-1">
            <a:extLst xmlns:a="http://schemas.openxmlformats.org/drawingml/2006/main">
              <a:ext uri="{FF2B5EF4-FFF2-40B4-BE49-F238E27FC236}">
                <a16:creationId xmlns:a16="http://schemas.microsoft.com/office/drawing/2014/main" id="{E7164C2E-1457-4F8D-B99F-607018D0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95168"/>
            <a:ext cx="1216670" cy="37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SDLCAI</a:t>
            </a:r>
          </a:p>
        </p:txBody>
      </p:sp>
      <p:sp>
        <p:nvSpPr>
          <p:cNvPr id="3" name="themes-span-2">
            <a:extLst xmlns:a="http://schemas.openxmlformats.org/drawingml/2006/main">
              <a:ext uri="{FF2B5EF4-FFF2-40B4-BE49-F238E27FC236}">
                <a16:creationId xmlns:a16="http://schemas.microsoft.com/office/drawing/2014/main" id="{FA7A10E6-148F-44CB-BB74-72DCF9F8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0853" y="662117"/>
            <a:ext cx="3012877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13 OCTOBER 2026 / MARSIO</a:t>
            </a:r>
          </a:p>
        </p:txBody>
      </p:sp>
      <p:sp>
        <p:nvSpPr>
          <p:cNvPr id="4" name="themes-h1-3">
            <a:extLst xmlns:a="http://schemas.openxmlformats.org/drawingml/2006/main">
              <a:ext uri="{FF2B5EF4-FFF2-40B4-BE49-F238E27FC236}">
                <a16:creationId xmlns:a16="http://schemas.microsoft.com/office/drawing/2014/main" id="{AD6216EB-5456-4D0E-A1BB-D831D745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1466431"/>
            <a:ext cx="9690199" cy="1625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97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9697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9697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TODAY’S THEMES</a:t>
            </a:r>
          </a:p>
        </p:txBody>
      </p:sp>
      <p:sp>
        <p:nvSpPr>
          <p:cNvPr id="5" name="themes-span-4">
            <a:extLst xmlns:a="http://schemas.openxmlformats.org/drawingml/2006/main">
              <a:ext uri="{FF2B5EF4-FFF2-40B4-BE49-F238E27FC236}">
                <a16:creationId xmlns:a16="http://schemas.microsoft.com/office/drawing/2014/main" id="{F21D98CE-9603-4DD0-8A53-1340EB77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3943083"/>
            <a:ext cx="577602" cy="39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59" b="0" spc="0" kern="0">
                <a:solidFill>
                  <a:srgbClr val="979693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359" b="0" spc="0" kern="0">
                <a:solidFill>
                  <a:srgbClr val="979693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359" b="0" spc="0" kern="0">
                <a:solidFill>
                  <a:srgbClr val="979693"/>
                </a:solidFill>
                <a:latin typeface="Finlandica Text"/>
                <a:ea typeface="Finlandica Text"/>
                <a:cs typeface="Finlandica Text"/>
              </a:rPr>
              <a:t>01</a:t>
            </a:r>
          </a:p>
        </p:txBody>
      </p:sp>
      <p:sp>
        <p:nvSpPr>
          <p:cNvPr id="6" name="themes-strong-5">
            <a:extLst xmlns:a="http://schemas.openxmlformats.org/drawingml/2006/main">
              <a:ext uri="{FF2B5EF4-FFF2-40B4-BE49-F238E27FC236}">
                <a16:creationId xmlns:a16="http://schemas.microsoft.com/office/drawing/2014/main" id="{1FC15BB6-BACC-42A1-98B9-9E08AD6D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748" y="3610238"/>
            <a:ext cx="11096476" cy="834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AI IN REAL ENGINEERING PIPELINES</a:t>
            </a:r>
          </a:p>
        </p:txBody>
      </p:sp>
      <p:sp>
        <p:nvSpPr>
          <p:cNvPr id="7" name="themes-span-6">
            <a:extLst xmlns:a="http://schemas.openxmlformats.org/drawingml/2006/main">
              <a:ext uri="{FF2B5EF4-FFF2-40B4-BE49-F238E27FC236}">
                <a16:creationId xmlns:a16="http://schemas.microsoft.com/office/drawing/2014/main" id="{BC97BC76-1BAB-4B52-B5AF-76D925B2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286555"/>
            <a:ext cx="629096" cy="39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59" b="0" spc="0" kern="0">
                <a:solidFill>
                  <a:srgbClr val="979693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359" b="0" spc="0" kern="0">
                <a:solidFill>
                  <a:srgbClr val="979693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359" b="0" spc="0" kern="0">
                <a:solidFill>
                  <a:srgbClr val="979693"/>
                </a:solidFill>
                <a:latin typeface="Finlandica Text"/>
                <a:ea typeface="Finlandica Text"/>
                <a:cs typeface="Finlandica Text"/>
              </a:rPr>
              <a:t>02</a:t>
            </a:r>
          </a:p>
        </p:txBody>
      </p:sp>
      <p:sp>
        <p:nvSpPr>
          <p:cNvPr id="8" name="themes-strong-7">
            <a:extLst xmlns:a="http://schemas.openxmlformats.org/drawingml/2006/main">
              <a:ext uri="{FF2B5EF4-FFF2-40B4-BE49-F238E27FC236}">
                <a16:creationId xmlns:a16="http://schemas.microsoft.com/office/drawing/2014/main" id="{0DA1B8CF-E97E-45AD-93A3-C41DA84B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748" y="4953709"/>
            <a:ext cx="10812512" cy="834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QUALITY, TESTING &amp; REVIEW UNDER</a:t>
            </a:r>
          </a:p>
        </p:txBody>
      </p:sp>
      <p:sp>
        <p:nvSpPr>
          <p:cNvPr id="9" name="themes-strong-8">
            <a:extLst xmlns:a="http://schemas.openxmlformats.org/drawingml/2006/main">
              <a:ext uri="{FF2B5EF4-FFF2-40B4-BE49-F238E27FC236}">
                <a16:creationId xmlns:a16="http://schemas.microsoft.com/office/drawing/2014/main" id="{B2A25397-14F6-4CF2-B05E-26765263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748" y="5617631"/>
            <a:ext cx="3986808" cy="834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AUTOMATION</a:t>
            </a:r>
          </a:p>
        </p:txBody>
      </p:sp>
      <p:sp>
        <p:nvSpPr>
          <p:cNvPr id="10" name="themes-span-9">
            <a:extLst xmlns:a="http://schemas.openxmlformats.org/drawingml/2006/main">
              <a:ext uri="{FF2B5EF4-FFF2-40B4-BE49-F238E27FC236}">
                <a16:creationId xmlns:a16="http://schemas.microsoft.com/office/drawing/2014/main" id="{F34C234D-C813-4CCE-8148-157B6400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7289483"/>
            <a:ext cx="629692" cy="39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59" b="0" spc="0" kern="0">
                <a:solidFill>
                  <a:srgbClr val="979693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359" b="0" spc="0" kern="0">
                <a:solidFill>
                  <a:srgbClr val="979693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359" b="0" spc="0" kern="0">
                <a:solidFill>
                  <a:srgbClr val="979693"/>
                </a:solidFill>
                <a:latin typeface="Finlandica Text"/>
                <a:ea typeface="Finlandica Text"/>
                <a:cs typeface="Finlandica Text"/>
              </a:rPr>
              <a:t>03</a:t>
            </a:r>
          </a:p>
        </p:txBody>
      </p:sp>
      <p:sp>
        <p:nvSpPr>
          <p:cNvPr id="11" name="themes-strong-10">
            <a:extLst xmlns:a="http://schemas.openxmlformats.org/drawingml/2006/main">
              <a:ext uri="{FF2B5EF4-FFF2-40B4-BE49-F238E27FC236}">
                <a16:creationId xmlns:a16="http://schemas.microsoft.com/office/drawing/2014/main" id="{70E53ED7-7453-4787-A5AF-D3C5F92B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748" y="6956638"/>
            <a:ext cx="10904934" cy="834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LEADERSHIP &amp; GOVERNANCE FOR AI</a:t>
            </a:r>
          </a:p>
        </p:txBody>
      </p:sp>
      <p:sp>
        <p:nvSpPr>
          <p:cNvPr id="12" name="themes-strong-11">
            <a:extLst xmlns:a="http://schemas.openxmlformats.org/drawingml/2006/main">
              <a:ext uri="{FF2B5EF4-FFF2-40B4-BE49-F238E27FC236}">
                <a16:creationId xmlns:a16="http://schemas.microsoft.com/office/drawing/2014/main" id="{C0D1B760-690F-4DE1-8F28-4B319EF2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748" y="7620560"/>
            <a:ext cx="3244453" cy="834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49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ADOPTION</a:t>
            </a:r>
          </a:p>
        </p:txBody>
      </p:sp>
      <p:sp>
        <p:nvSpPr>
          <p:cNvPr id="13" name="themes-span-12">
            <a:extLst xmlns:a="http://schemas.openxmlformats.org/drawingml/2006/main">
              <a:ext uri="{FF2B5EF4-FFF2-40B4-BE49-F238E27FC236}">
                <a16:creationId xmlns:a16="http://schemas.microsoft.com/office/drawing/2014/main" id="{795F737D-C90E-406D-A8C2-9AC7E75F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9440446"/>
            <a:ext cx="1700808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AI MEETS SDLC</a:t>
            </a:r>
          </a:p>
        </p:txBody>
      </p:sp>
      <p:sp>
        <p:nvSpPr>
          <p:cNvPr id="14" name="themes-span-13">
            <a:extLst xmlns:a="http://schemas.openxmlformats.org/drawingml/2006/main">
              <a:ext uri="{FF2B5EF4-FFF2-40B4-BE49-F238E27FC236}">
                <a16:creationId xmlns:a16="http://schemas.microsoft.com/office/drawing/2014/main" id="{9A2F1C61-ECED-4B4E-8968-E6E64784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4345" y="9440446"/>
            <a:ext cx="789384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3 / 12</a:t>
            </a:r>
          </a:p>
        </p:txBody>
      </p:sp>
    </p:spTree>
    <p:extLst>
      <p:ext uri="{BB962C8B-B14F-4D97-AF65-F5344CB8AC3E}">
        <p14:creationId xmlns:p14="http://schemas.microsoft.com/office/powerpoint/2010/main" val="19823856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472F79-5356-4770-90EE-5C676AC6E8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3cac3a374c4cea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4267E-12F3-4CCB-8717-0AEA3BD27B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6842a09004d93"/>
          <a:stretch xmlns:a="http://schemas.openxmlformats.org/drawingml/2006/main"/>
        </p:blipFill>
        <p:spPr>
          <a:xfrm xmlns:a="http://schemas.openxmlformats.org/drawingml/2006/main">
            <a:off x="827720" y="3256062"/>
            <a:ext cx="2999308" cy="1863923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B6872-40A4-4FAE-A567-345E842C30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3c7a9aa1d4383"/>
          <a:stretch xmlns:a="http://schemas.openxmlformats.org/drawingml/2006/main"/>
        </p:blipFill>
        <p:spPr>
          <a:xfrm xmlns:a="http://schemas.openxmlformats.org/drawingml/2006/main">
            <a:off x="4236033" y="3256062"/>
            <a:ext cx="2999308" cy="1863923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919AC-D2E5-435F-8C72-9BA8544E0B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f3da4ebed4625"/>
          <a:stretch xmlns:a="http://schemas.openxmlformats.org/drawingml/2006/main"/>
        </p:blipFill>
        <p:spPr>
          <a:xfrm xmlns:a="http://schemas.openxmlformats.org/drawingml/2006/main">
            <a:off x="7649077" y="3256062"/>
            <a:ext cx="2989847" cy="1863923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E5F00-92E1-4BC0-A0C7-93FF3A12A0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8712320744753"/>
          <a:stretch xmlns:a="http://schemas.openxmlformats.org/drawingml/2006/main"/>
        </p:blipFill>
        <p:spPr>
          <a:xfrm xmlns:a="http://schemas.openxmlformats.org/drawingml/2006/main">
            <a:off x="11052659" y="3256062"/>
            <a:ext cx="2999308" cy="1863923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3E37B-A420-4EE6-BE92-A766D0D2F1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294e5d457e4d64"/>
          <a:stretch xmlns:a="http://schemas.openxmlformats.org/drawingml/2006/main"/>
        </p:blipFill>
        <p:spPr>
          <a:xfrm xmlns:a="http://schemas.openxmlformats.org/drawingml/2006/main">
            <a:off x="14460972" y="3256062"/>
            <a:ext cx="2999308" cy="1863923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6094C-9F11-4B4A-B970-4FDBF30090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246d22fde494e"/>
          <a:stretch xmlns:a="http://schemas.openxmlformats.org/drawingml/2006/main"/>
        </p:blipFill>
        <p:spPr>
          <a:xfrm xmlns:a="http://schemas.openxmlformats.org/drawingml/2006/main">
            <a:off x="827720" y="5823942"/>
            <a:ext cx="2999308" cy="1863923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6D816-CAC3-4FE4-87BE-7185211027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75e459332482b"/>
          <a:stretch xmlns:a="http://schemas.openxmlformats.org/drawingml/2006/main"/>
        </p:blipFill>
        <p:spPr>
          <a:xfrm xmlns:a="http://schemas.openxmlformats.org/drawingml/2006/main">
            <a:off x="4236033" y="5823942"/>
            <a:ext cx="2999308" cy="1863923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67BA6-5E9C-4193-980D-FB7E7AF6DD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6811db2a54dd5"/>
          <a:stretch xmlns:a="http://schemas.openxmlformats.org/drawingml/2006/main"/>
        </p:blipFill>
        <p:spPr>
          <a:xfrm xmlns:a="http://schemas.openxmlformats.org/drawingml/2006/main">
            <a:off x="7649077" y="5823942"/>
            <a:ext cx="2989847" cy="1863923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C6C34-DB6E-4663-A448-48D5262172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98722ee9a4b8d"/>
          <a:stretch xmlns:a="http://schemas.openxmlformats.org/drawingml/2006/main"/>
        </p:blipFill>
        <p:spPr>
          <a:xfrm xmlns:a="http://schemas.openxmlformats.org/drawingml/2006/main">
            <a:off x="11052659" y="5823942"/>
            <a:ext cx="2999308" cy="1863923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A9FAEA-0BDE-4E91-84A4-FAA3278151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f364e48464cf0"/>
          <a:stretch xmlns:a="http://schemas.openxmlformats.org/drawingml/2006/main"/>
        </p:blipFill>
        <p:spPr>
          <a:xfrm xmlns:a="http://schemas.openxmlformats.org/drawingml/2006/main">
            <a:off x="14460972" y="5823942"/>
            <a:ext cx="2999308" cy="1863923"/>
          </a:xfrm>
          <a:prstGeom xmlns:a="http://schemas.openxmlformats.org/drawingml/2006/main" prst="rect">
            <a:avLst/>
          </a:prstGeom>
        </p:spPr>
      </p:pic>
      <p:sp>
        <p:nvSpPr>
          <p:cNvPr id="12" name="speakers-span-1">
            <a:extLst xmlns:a="http://schemas.openxmlformats.org/drawingml/2006/main">
              <a:ext uri="{FF2B5EF4-FFF2-40B4-BE49-F238E27FC236}">
                <a16:creationId xmlns:a16="http://schemas.microsoft.com/office/drawing/2014/main" id="{8E15528E-117C-4AD9-8F5A-7C3AEC43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95168"/>
            <a:ext cx="1216670" cy="37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SDLCAI</a:t>
            </a:r>
          </a:p>
        </p:txBody>
      </p:sp>
      <p:sp>
        <p:nvSpPr>
          <p:cNvPr id="13" name="speakers-span-2">
            <a:extLst xmlns:a="http://schemas.openxmlformats.org/drawingml/2006/main">
              <a:ext uri="{FF2B5EF4-FFF2-40B4-BE49-F238E27FC236}">
                <a16:creationId xmlns:a16="http://schemas.microsoft.com/office/drawing/2014/main" id="{99A0F4A0-2A34-47AE-88D6-2638A99B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0853" y="662117"/>
            <a:ext cx="3012877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13 OCTOBER 2026 / MARSIO</a:t>
            </a:r>
          </a:p>
        </p:txBody>
      </p:sp>
      <p:sp>
        <p:nvSpPr>
          <p:cNvPr id="14" name="speakers-h1-3">
            <a:extLst xmlns:a="http://schemas.openxmlformats.org/drawingml/2006/main">
              <a:ext uri="{FF2B5EF4-FFF2-40B4-BE49-F238E27FC236}">
                <a16:creationId xmlns:a16="http://schemas.microsoft.com/office/drawing/2014/main" id="{82175FB0-6564-48A3-80A9-13FAD9B2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1831673"/>
            <a:ext cx="8766572" cy="1274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60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760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760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TODAY’S SPEAKERS</a:t>
            </a:r>
          </a:p>
        </p:txBody>
      </p:sp>
      <p:sp>
        <p:nvSpPr>
          <p:cNvPr id="15" name="speakers-figcaption-4">
            <a:extLst xmlns:a="http://schemas.openxmlformats.org/drawingml/2006/main">
              <a:ext uri="{FF2B5EF4-FFF2-40B4-BE49-F238E27FC236}">
                <a16:creationId xmlns:a16="http://schemas.microsoft.com/office/drawing/2014/main" id="{7D046D61-8B61-41EE-B65A-39014B0E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191562"/>
            <a:ext cx="1710184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Mo Khazali</a:t>
            </a:r>
          </a:p>
        </p:txBody>
      </p:sp>
      <p:sp>
        <p:nvSpPr>
          <p:cNvPr id="16" name="speakers-figcaption-5">
            <a:extLst xmlns:a="http://schemas.openxmlformats.org/drawingml/2006/main">
              <a:ext uri="{FF2B5EF4-FFF2-40B4-BE49-F238E27FC236}">
                <a16:creationId xmlns:a16="http://schemas.microsoft.com/office/drawing/2014/main" id="{B9DB927A-D71A-4BEA-9EE0-5C5FC257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184" y="5191562"/>
            <a:ext cx="2617440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Ohans Emmanuel</a:t>
            </a:r>
          </a:p>
        </p:txBody>
      </p:sp>
      <p:sp>
        <p:nvSpPr>
          <p:cNvPr id="17" name="speakers-figcaption-6">
            <a:extLst xmlns:a="http://schemas.openxmlformats.org/drawingml/2006/main">
              <a:ext uri="{FF2B5EF4-FFF2-40B4-BE49-F238E27FC236}">
                <a16:creationId xmlns:a16="http://schemas.microsoft.com/office/drawing/2014/main" id="{03C91937-7359-4600-B89D-A073EC4D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496" y="5191562"/>
            <a:ext cx="2572941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Jenni Kylmäkoski</a:t>
            </a:r>
          </a:p>
        </p:txBody>
      </p:sp>
      <p:sp>
        <p:nvSpPr>
          <p:cNvPr id="18" name="speakers-figcaption-7">
            <a:extLst xmlns:a="http://schemas.openxmlformats.org/drawingml/2006/main">
              <a:ext uri="{FF2B5EF4-FFF2-40B4-BE49-F238E27FC236}">
                <a16:creationId xmlns:a16="http://schemas.microsoft.com/office/drawing/2014/main" id="{C164A95E-3C5A-4520-8A81-2BC17773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7809" y="5191562"/>
            <a:ext cx="2470100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Tapio Pitkäranta</a:t>
            </a:r>
          </a:p>
        </p:txBody>
      </p:sp>
      <p:sp>
        <p:nvSpPr>
          <p:cNvPr id="19" name="speakers-figcaption-8">
            <a:extLst xmlns:a="http://schemas.openxmlformats.org/drawingml/2006/main">
              <a:ext uri="{FF2B5EF4-FFF2-40B4-BE49-F238E27FC236}">
                <a16:creationId xmlns:a16="http://schemas.microsoft.com/office/drawing/2014/main" id="{3EFA0C5A-D010-4787-BB49-3F3815F2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6122" y="5191562"/>
            <a:ext cx="1831032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Joongi Shin</a:t>
            </a:r>
          </a:p>
        </p:txBody>
      </p:sp>
      <p:sp>
        <p:nvSpPr>
          <p:cNvPr id="20" name="speakers-figcaption-9">
            <a:extLst xmlns:a="http://schemas.openxmlformats.org/drawingml/2006/main">
              <a:ext uri="{FF2B5EF4-FFF2-40B4-BE49-F238E27FC236}">
                <a16:creationId xmlns:a16="http://schemas.microsoft.com/office/drawing/2014/main" id="{B438D9E6-F830-45CE-8E99-0FEE27AC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7759443"/>
            <a:ext cx="1983284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Jussi Hacklin</a:t>
            </a:r>
          </a:p>
        </p:txBody>
      </p:sp>
      <p:sp>
        <p:nvSpPr>
          <p:cNvPr id="21" name="speakers-figcaption-10">
            <a:extLst xmlns:a="http://schemas.openxmlformats.org/drawingml/2006/main">
              <a:ext uri="{FF2B5EF4-FFF2-40B4-BE49-F238E27FC236}">
                <a16:creationId xmlns:a16="http://schemas.microsoft.com/office/drawing/2014/main" id="{950E0E55-F608-493B-B0C1-844D23F7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184" y="7759443"/>
            <a:ext cx="2838748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Viljami Kuosmanen</a:t>
            </a:r>
          </a:p>
        </p:txBody>
      </p:sp>
      <p:sp>
        <p:nvSpPr>
          <p:cNvPr id="22" name="speakers-figcaption-11">
            <a:extLst xmlns:a="http://schemas.openxmlformats.org/drawingml/2006/main">
              <a:ext uri="{FF2B5EF4-FFF2-40B4-BE49-F238E27FC236}">
                <a16:creationId xmlns:a16="http://schemas.microsoft.com/office/drawing/2014/main" id="{9E655DCC-1161-40D8-88AC-45F4F039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496" y="7759443"/>
            <a:ext cx="2187625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Sini Tistelgrén</a:t>
            </a:r>
          </a:p>
        </p:txBody>
      </p:sp>
      <p:sp>
        <p:nvSpPr>
          <p:cNvPr id="23" name="speakers-figcaption-12">
            <a:extLst xmlns:a="http://schemas.openxmlformats.org/drawingml/2006/main">
              <a:ext uri="{FF2B5EF4-FFF2-40B4-BE49-F238E27FC236}">
                <a16:creationId xmlns:a16="http://schemas.microsoft.com/office/drawing/2014/main" id="{8D8DA9B6-21DE-4F3D-B7B1-E398E06C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7809" y="7759443"/>
            <a:ext cx="1384697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Zak Allal</a:t>
            </a:r>
          </a:p>
        </p:txBody>
      </p:sp>
      <p:sp>
        <p:nvSpPr>
          <p:cNvPr id="24" name="speakers-figcaption-13">
            <a:extLst xmlns:a="http://schemas.openxmlformats.org/drawingml/2006/main">
              <a:ext uri="{FF2B5EF4-FFF2-40B4-BE49-F238E27FC236}">
                <a16:creationId xmlns:a16="http://schemas.microsoft.com/office/drawing/2014/main" id="{4B354E3E-24E4-4837-BB7B-B7FEDFD1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6122" y="7759443"/>
            <a:ext cx="2238077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Dr Muhammad</a:t>
            </a:r>
          </a:p>
        </p:txBody>
      </p:sp>
      <p:sp>
        <p:nvSpPr>
          <p:cNvPr id="25" name="speakers-figcaption-14">
            <a:extLst xmlns:a="http://schemas.openxmlformats.org/drawingml/2006/main">
              <a:ext uri="{FF2B5EF4-FFF2-40B4-BE49-F238E27FC236}">
                <a16:creationId xmlns:a16="http://schemas.microsoft.com/office/drawing/2014/main" id="{B2AC7604-9D10-444F-9ED6-3A5667D4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6122" y="8055908"/>
            <a:ext cx="1381571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1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Waseem</a:t>
            </a:r>
          </a:p>
        </p:txBody>
      </p:sp>
      <p:sp>
        <p:nvSpPr>
          <p:cNvPr id="26" name="speakers-span-15">
            <a:extLst xmlns:a="http://schemas.openxmlformats.org/drawingml/2006/main">
              <a:ext uri="{FF2B5EF4-FFF2-40B4-BE49-F238E27FC236}">
                <a16:creationId xmlns:a16="http://schemas.microsoft.com/office/drawing/2014/main" id="{7CF03782-F551-4020-8368-92022B63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9440446"/>
            <a:ext cx="1700808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AI MEETS SDLC</a:t>
            </a:r>
          </a:p>
        </p:txBody>
      </p:sp>
      <p:sp>
        <p:nvSpPr>
          <p:cNvPr id="27" name="speakers-span-16">
            <a:extLst xmlns:a="http://schemas.openxmlformats.org/drawingml/2006/main">
              <a:ext uri="{FF2B5EF4-FFF2-40B4-BE49-F238E27FC236}">
                <a16:creationId xmlns:a16="http://schemas.microsoft.com/office/drawing/2014/main" id="{CD10ECA5-A494-4932-8576-E26FC797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5833" y="9440446"/>
            <a:ext cx="787896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4 / 12</a:t>
            </a:r>
          </a:p>
        </p:txBody>
      </p:sp>
    </p:spTree>
    <p:extLst>
      <p:ext uri="{BB962C8B-B14F-4D97-AF65-F5344CB8AC3E}">
        <p14:creationId xmlns:p14="http://schemas.microsoft.com/office/powerpoint/2010/main" val="16473749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3AF3AA-EF60-4D20-A288-B623717BCF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0656ba75746ee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schedule-span-1">
            <a:extLst xmlns:a="http://schemas.openxmlformats.org/drawingml/2006/main">
              <a:ext uri="{FF2B5EF4-FFF2-40B4-BE49-F238E27FC236}">
                <a16:creationId xmlns:a16="http://schemas.microsoft.com/office/drawing/2014/main" id="{EC954234-7ED9-4614-BAE4-40C9FD60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95168"/>
            <a:ext cx="1216670" cy="37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SDLCAI</a:t>
            </a:r>
          </a:p>
        </p:txBody>
      </p:sp>
      <p:sp>
        <p:nvSpPr>
          <p:cNvPr id="3" name="schedule-span-2">
            <a:extLst xmlns:a="http://schemas.openxmlformats.org/drawingml/2006/main">
              <a:ext uri="{FF2B5EF4-FFF2-40B4-BE49-F238E27FC236}">
                <a16:creationId xmlns:a16="http://schemas.microsoft.com/office/drawing/2014/main" id="{12AE7DD7-147E-4E28-831E-E1866817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0853" y="662117"/>
            <a:ext cx="3012877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13 OCTOBER 2026 / MARSIO</a:t>
            </a:r>
          </a:p>
        </p:txBody>
      </p:sp>
      <p:sp>
        <p:nvSpPr>
          <p:cNvPr id="4" name="schedule-h1-3">
            <a:extLst xmlns:a="http://schemas.openxmlformats.org/drawingml/2006/main">
              <a:ext uri="{FF2B5EF4-FFF2-40B4-BE49-F238E27FC236}">
                <a16:creationId xmlns:a16="http://schemas.microsoft.com/office/drawing/2014/main" id="{7187E930-65AB-49D5-86CD-2EDB1B70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1945378"/>
            <a:ext cx="7230070" cy="1274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60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760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760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THE DAY AHEAD</a:t>
            </a:r>
          </a:p>
        </p:txBody>
      </p:sp>
      <p:sp>
        <p:nvSpPr>
          <p:cNvPr id="5" name="schedule-time-4">
            <a:extLst xmlns:a="http://schemas.openxmlformats.org/drawingml/2006/main">
              <a:ext uri="{FF2B5EF4-FFF2-40B4-BE49-F238E27FC236}">
                <a16:creationId xmlns:a16="http://schemas.microsoft.com/office/drawing/2014/main" id="{12050CD7-B3A5-4ECF-972E-05B63A61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3625741"/>
            <a:ext cx="2078385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0" spc="0" kern="0">
                <a:solidFill>
                  <a:srgbClr val="A5A4A0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0" spc="0" kern="0">
                <a:solidFill>
                  <a:srgbClr val="A5A4A0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0" spc="0" kern="0">
                <a:solidFill>
                  <a:srgbClr val="A5A4A0"/>
                </a:solidFill>
                <a:latin typeface="Finlandica Text"/>
                <a:ea typeface="Finlandica Text"/>
                <a:cs typeface="Finlandica Text"/>
              </a:rPr>
              <a:t>09:00-10:30</a:t>
            </a:r>
          </a:p>
        </p:txBody>
      </p:sp>
      <p:sp>
        <p:nvSpPr>
          <p:cNvPr id="6" name="schedule-span-5">
            <a:extLst xmlns:a="http://schemas.openxmlformats.org/drawingml/2006/main">
              <a:ext uri="{FF2B5EF4-FFF2-40B4-BE49-F238E27FC236}">
                <a16:creationId xmlns:a16="http://schemas.microsoft.com/office/drawing/2014/main" id="{35121C10-9298-49B0-9411-229A2D62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6236" y="3567493"/>
            <a:ext cx="3632895" cy="43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1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621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621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Industry perspectives</a:t>
            </a:r>
          </a:p>
        </p:txBody>
      </p:sp>
      <p:sp>
        <p:nvSpPr>
          <p:cNvPr id="7" name="schedule-time-6">
            <a:extLst xmlns:a="http://schemas.openxmlformats.org/drawingml/2006/main">
              <a:ext uri="{FF2B5EF4-FFF2-40B4-BE49-F238E27FC236}">
                <a16:creationId xmlns:a16="http://schemas.microsoft.com/office/drawing/2014/main" id="{97169AFA-EE52-45F6-8483-AF50773C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4450398"/>
            <a:ext cx="2062163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0" spc="0" kern="0">
                <a:solidFill>
                  <a:srgbClr val="A5A4A0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0" spc="0" kern="0">
                <a:solidFill>
                  <a:srgbClr val="A5A4A0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0" spc="0" kern="0">
                <a:solidFill>
                  <a:srgbClr val="A5A4A0"/>
                </a:solidFill>
                <a:latin typeface="Finlandica Text"/>
                <a:ea typeface="Finlandica Text"/>
                <a:cs typeface="Finlandica Text"/>
              </a:rPr>
              <a:t>10:30-11:00</a:t>
            </a:r>
          </a:p>
        </p:txBody>
      </p:sp>
      <p:sp>
        <p:nvSpPr>
          <p:cNvPr id="8" name="schedule-span-7">
            <a:extLst xmlns:a="http://schemas.openxmlformats.org/drawingml/2006/main">
              <a:ext uri="{FF2B5EF4-FFF2-40B4-BE49-F238E27FC236}">
                <a16:creationId xmlns:a16="http://schemas.microsoft.com/office/drawing/2014/main" id="{322791C3-ED22-4C86-98A0-98799E1B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6236" y="4392150"/>
            <a:ext cx="1116657" cy="43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1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621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621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Break</a:t>
            </a:r>
          </a:p>
        </p:txBody>
      </p:sp>
      <p:sp>
        <p:nvSpPr>
          <p:cNvPr id="9" name="schedule-time-8">
            <a:extLst xmlns:a="http://schemas.openxmlformats.org/drawingml/2006/main">
              <a:ext uri="{FF2B5EF4-FFF2-40B4-BE49-F238E27FC236}">
                <a16:creationId xmlns:a16="http://schemas.microsoft.com/office/drawing/2014/main" id="{24E9E3DD-7CF2-4142-9FD6-78A2E2B4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275055"/>
            <a:ext cx="2045940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0" spc="0" kern="0">
                <a:solidFill>
                  <a:srgbClr val="A5A4A0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0" spc="0" kern="0">
                <a:solidFill>
                  <a:srgbClr val="A5A4A0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0" spc="0" kern="0">
                <a:solidFill>
                  <a:srgbClr val="A5A4A0"/>
                </a:solidFill>
                <a:latin typeface="Finlandica Text"/>
                <a:ea typeface="Finlandica Text"/>
                <a:cs typeface="Finlandica Text"/>
              </a:rPr>
              <a:t>11:00-12:30</a:t>
            </a:r>
          </a:p>
        </p:txBody>
      </p:sp>
      <p:sp>
        <p:nvSpPr>
          <p:cNvPr id="10" name="schedule-span-9">
            <a:extLst xmlns:a="http://schemas.openxmlformats.org/drawingml/2006/main">
              <a:ext uri="{FF2B5EF4-FFF2-40B4-BE49-F238E27FC236}">
                <a16:creationId xmlns:a16="http://schemas.microsoft.com/office/drawing/2014/main" id="{0A4B27B5-1F7B-4B84-9580-F925A45D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6236" y="5216807"/>
            <a:ext cx="3575298" cy="43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1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621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621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Views from academia</a:t>
            </a:r>
          </a:p>
        </p:txBody>
      </p:sp>
      <p:sp>
        <p:nvSpPr>
          <p:cNvPr id="11" name="schedule-time-10">
            <a:extLst xmlns:a="http://schemas.openxmlformats.org/drawingml/2006/main">
              <a:ext uri="{FF2B5EF4-FFF2-40B4-BE49-F238E27FC236}">
                <a16:creationId xmlns:a16="http://schemas.microsoft.com/office/drawing/2014/main" id="{11F3E2E2-76B0-4F9F-84F5-770F529E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6099711"/>
            <a:ext cx="2029718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0" spc="0" kern="0">
                <a:solidFill>
                  <a:srgbClr val="A5A4A0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0" spc="0" kern="0">
                <a:solidFill>
                  <a:srgbClr val="A5A4A0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0" spc="0" kern="0">
                <a:solidFill>
                  <a:srgbClr val="A5A4A0"/>
                </a:solidFill>
                <a:latin typeface="Finlandica Text"/>
                <a:ea typeface="Finlandica Text"/>
                <a:cs typeface="Finlandica Text"/>
              </a:rPr>
              <a:t>12:30-13:30</a:t>
            </a:r>
          </a:p>
        </p:txBody>
      </p:sp>
      <p:sp>
        <p:nvSpPr>
          <p:cNvPr id="12" name="schedule-span-11">
            <a:extLst xmlns:a="http://schemas.openxmlformats.org/drawingml/2006/main">
              <a:ext uri="{FF2B5EF4-FFF2-40B4-BE49-F238E27FC236}">
                <a16:creationId xmlns:a16="http://schemas.microsoft.com/office/drawing/2014/main" id="{B079B940-5EF7-492A-9D88-34DD6A12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6236" y="6041463"/>
            <a:ext cx="3115717" cy="43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1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621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621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Lunch and posters</a:t>
            </a:r>
          </a:p>
        </p:txBody>
      </p:sp>
      <p:sp>
        <p:nvSpPr>
          <p:cNvPr id="13" name="schedule-time-12">
            <a:extLst xmlns:a="http://schemas.openxmlformats.org/drawingml/2006/main">
              <a:ext uri="{FF2B5EF4-FFF2-40B4-BE49-F238E27FC236}">
                <a16:creationId xmlns:a16="http://schemas.microsoft.com/office/drawing/2014/main" id="{81223C07-CCE1-4E4C-8EC0-3478675A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6780" y="3625741"/>
            <a:ext cx="2045940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0" spc="0" kern="0">
                <a:solidFill>
                  <a:srgbClr val="A5A4A0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0" spc="0" kern="0">
                <a:solidFill>
                  <a:srgbClr val="A5A4A0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0" spc="0" kern="0">
                <a:solidFill>
                  <a:srgbClr val="A5A4A0"/>
                </a:solidFill>
                <a:latin typeface="Finlandica Text"/>
                <a:ea typeface="Finlandica Text"/>
                <a:cs typeface="Finlandica Text"/>
              </a:rPr>
              <a:t>13:30-15:00</a:t>
            </a:r>
          </a:p>
        </p:txBody>
      </p:sp>
      <p:sp>
        <p:nvSpPr>
          <p:cNvPr id="14" name="schedule-span-13">
            <a:extLst xmlns:a="http://schemas.openxmlformats.org/drawingml/2006/main">
              <a:ext uri="{FF2B5EF4-FFF2-40B4-BE49-F238E27FC236}">
                <a16:creationId xmlns:a16="http://schemas.microsoft.com/office/drawing/2014/main" id="{5C5DC3A1-D5B8-42FE-BE14-6419F2D4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0145" y="3567493"/>
            <a:ext cx="3373338" cy="43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1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621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621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Views from industry</a:t>
            </a:r>
          </a:p>
        </p:txBody>
      </p:sp>
      <p:sp>
        <p:nvSpPr>
          <p:cNvPr id="15" name="schedule-time-14">
            <a:extLst xmlns:a="http://schemas.openxmlformats.org/drawingml/2006/main">
              <a:ext uri="{FF2B5EF4-FFF2-40B4-BE49-F238E27FC236}">
                <a16:creationId xmlns:a16="http://schemas.microsoft.com/office/drawing/2014/main" id="{9EBAD949-AC50-44F8-8476-DB6E4EFC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6780" y="4450398"/>
            <a:ext cx="2045940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0" spc="0" kern="0">
                <a:solidFill>
                  <a:srgbClr val="A5A4A0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0" spc="0" kern="0">
                <a:solidFill>
                  <a:srgbClr val="A5A4A0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0" spc="0" kern="0">
                <a:solidFill>
                  <a:srgbClr val="A5A4A0"/>
                </a:solidFill>
                <a:latin typeface="Finlandica Text"/>
                <a:ea typeface="Finlandica Text"/>
                <a:cs typeface="Finlandica Text"/>
              </a:rPr>
              <a:t>15:00-15:30</a:t>
            </a:r>
          </a:p>
        </p:txBody>
      </p:sp>
      <p:sp>
        <p:nvSpPr>
          <p:cNvPr id="16" name="schedule-span-15">
            <a:extLst xmlns:a="http://schemas.openxmlformats.org/drawingml/2006/main">
              <a:ext uri="{FF2B5EF4-FFF2-40B4-BE49-F238E27FC236}">
                <a16:creationId xmlns:a16="http://schemas.microsoft.com/office/drawing/2014/main" id="{0759C7F5-03CD-4E2A-B698-43CEBDDE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0145" y="4392150"/>
            <a:ext cx="2762250" cy="43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1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621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621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Afternoon break</a:t>
            </a:r>
          </a:p>
        </p:txBody>
      </p:sp>
      <p:sp>
        <p:nvSpPr>
          <p:cNvPr id="17" name="schedule-time-16">
            <a:extLst xmlns:a="http://schemas.openxmlformats.org/drawingml/2006/main">
              <a:ext uri="{FF2B5EF4-FFF2-40B4-BE49-F238E27FC236}">
                <a16:creationId xmlns:a16="http://schemas.microsoft.com/office/drawing/2014/main" id="{79ED0761-4BC7-4D2B-956A-C03549CF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6780" y="5275055"/>
            <a:ext cx="2045940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0" spc="0" kern="0">
                <a:solidFill>
                  <a:srgbClr val="A5A4A0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0" spc="0" kern="0">
                <a:solidFill>
                  <a:srgbClr val="A5A4A0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0" spc="0" kern="0">
                <a:solidFill>
                  <a:srgbClr val="A5A4A0"/>
                </a:solidFill>
                <a:latin typeface="Finlandica Text"/>
                <a:ea typeface="Finlandica Text"/>
                <a:cs typeface="Finlandica Text"/>
              </a:rPr>
              <a:t>15:30-17:00</a:t>
            </a:r>
          </a:p>
        </p:txBody>
      </p:sp>
      <p:sp>
        <p:nvSpPr>
          <p:cNvPr id="18" name="schedule-span-17">
            <a:extLst xmlns:a="http://schemas.openxmlformats.org/drawingml/2006/main">
              <a:ext uri="{FF2B5EF4-FFF2-40B4-BE49-F238E27FC236}">
                <a16:creationId xmlns:a16="http://schemas.microsoft.com/office/drawing/2014/main" id="{42A478DA-F56A-414E-8256-FA944C8A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0145" y="5216807"/>
            <a:ext cx="1758851" cy="43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1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621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621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Academia</a:t>
            </a:r>
          </a:p>
        </p:txBody>
      </p:sp>
      <p:sp>
        <p:nvSpPr>
          <p:cNvPr id="19" name="schedule-time-18">
            <a:extLst xmlns:a="http://schemas.openxmlformats.org/drawingml/2006/main">
              <a:ext uri="{FF2B5EF4-FFF2-40B4-BE49-F238E27FC236}">
                <a16:creationId xmlns:a16="http://schemas.microsoft.com/office/drawing/2014/main" id="{AFEC3958-8175-4722-A09E-72A078BA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6780" y="6099711"/>
            <a:ext cx="2029718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0" spc="0" kern="0">
                <a:solidFill>
                  <a:srgbClr val="A5A4A0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0" spc="0" kern="0">
                <a:solidFill>
                  <a:srgbClr val="A5A4A0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0" spc="0" kern="0">
                <a:solidFill>
                  <a:srgbClr val="A5A4A0"/>
                </a:solidFill>
                <a:latin typeface="Finlandica Text"/>
                <a:ea typeface="Finlandica Text"/>
                <a:cs typeface="Finlandica Text"/>
              </a:rPr>
              <a:t>17:00-17:15</a:t>
            </a:r>
          </a:p>
        </p:txBody>
      </p:sp>
      <p:sp>
        <p:nvSpPr>
          <p:cNvPr id="20" name="schedule-span-19">
            <a:extLst xmlns:a="http://schemas.openxmlformats.org/drawingml/2006/main">
              <a:ext uri="{FF2B5EF4-FFF2-40B4-BE49-F238E27FC236}">
                <a16:creationId xmlns:a16="http://schemas.microsoft.com/office/drawing/2014/main" id="{64247DA7-CFAE-43DE-9351-180FA35E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0145" y="6041463"/>
            <a:ext cx="1577132" cy="43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1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621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621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Wrap-up</a:t>
            </a:r>
          </a:p>
        </p:txBody>
      </p:sp>
      <p:sp>
        <p:nvSpPr>
          <p:cNvPr id="21" name="schedule-time-20">
            <a:extLst xmlns:a="http://schemas.openxmlformats.org/drawingml/2006/main">
              <a:ext uri="{FF2B5EF4-FFF2-40B4-BE49-F238E27FC236}">
                <a16:creationId xmlns:a16="http://schemas.microsoft.com/office/drawing/2014/main" id="{02518195-3D7C-4CF4-A313-F171D598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6780" y="6924368"/>
            <a:ext cx="2029718" cy="362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0" spc="0" kern="0">
                <a:solidFill>
                  <a:srgbClr val="A5A4A0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162" b="0" spc="0" kern="0">
                <a:solidFill>
                  <a:srgbClr val="A5A4A0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162" b="0" spc="0" kern="0">
                <a:solidFill>
                  <a:srgbClr val="A5A4A0"/>
                </a:solidFill>
                <a:latin typeface="Finlandica Text"/>
                <a:ea typeface="Finlandica Text"/>
                <a:cs typeface="Finlandica Text"/>
              </a:rPr>
              <a:t>17:15-21:00</a:t>
            </a:r>
          </a:p>
        </p:txBody>
      </p:sp>
      <p:sp>
        <p:nvSpPr>
          <p:cNvPr id="22" name="schedule-span-21">
            <a:extLst xmlns:a="http://schemas.openxmlformats.org/drawingml/2006/main">
              <a:ext uri="{FF2B5EF4-FFF2-40B4-BE49-F238E27FC236}">
                <a16:creationId xmlns:a16="http://schemas.microsoft.com/office/drawing/2014/main" id="{41F7BCCC-0878-4253-93AA-106C9AC4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0145" y="6866120"/>
            <a:ext cx="1819870" cy="43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1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621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621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Afterparty</a:t>
            </a:r>
          </a:p>
        </p:txBody>
      </p:sp>
      <p:sp>
        <p:nvSpPr>
          <p:cNvPr id="23" name="schedule-a-22">
            <a:extLst xmlns:a="http://schemas.openxmlformats.org/drawingml/2006/main">
              <a:ext uri="{FF2B5EF4-FFF2-40B4-BE49-F238E27FC236}">
                <a16:creationId xmlns:a16="http://schemas.microsoft.com/office/drawing/2014/main" id="{5CBCD542-7C65-4A30-BFE7-2D4DCD8D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7826359"/>
            <a:ext cx="6243786" cy="43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1" b="0" u="sng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621" b="0" u="sng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621" b="0" u="sng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  <a:hlinkClick xmlns:r="http://schemas.openxmlformats.org/officeDocument/2006/relationships" r:id="Rddcbe1dcdc1b442e"/>
              </a:rPr>
              <a:t>Full programme at sdlcai.org/schedule</a:t>
            </a:r>
          </a:p>
        </p:txBody>
      </p:sp>
      <p:sp>
        <p:nvSpPr>
          <p:cNvPr id="24" name="schedule-span-23">
            <a:extLst xmlns:a="http://schemas.openxmlformats.org/drawingml/2006/main">
              <a:ext uri="{FF2B5EF4-FFF2-40B4-BE49-F238E27FC236}">
                <a16:creationId xmlns:a16="http://schemas.microsoft.com/office/drawing/2014/main" id="{3D0DDCCF-C8BB-4B24-B79E-D2C00707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9440446"/>
            <a:ext cx="1700808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AI MEETS SDLC</a:t>
            </a:r>
          </a:p>
        </p:txBody>
      </p:sp>
      <p:sp>
        <p:nvSpPr>
          <p:cNvPr id="25" name="schedule-span-24">
            <a:extLst xmlns:a="http://schemas.openxmlformats.org/drawingml/2006/main">
              <a:ext uri="{FF2B5EF4-FFF2-40B4-BE49-F238E27FC236}">
                <a16:creationId xmlns:a16="http://schemas.microsoft.com/office/drawing/2014/main" id="{C64BFD08-3909-4AEC-84EE-0C3C5740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440446"/>
            <a:ext cx="786854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5 / 12</a:t>
            </a:r>
          </a:p>
        </p:txBody>
      </p:sp>
    </p:spTree>
    <p:extLst>
      <p:ext uri="{BB962C8B-B14F-4D97-AF65-F5344CB8AC3E}">
        <p14:creationId xmlns:p14="http://schemas.microsoft.com/office/powerpoint/2010/main" val="2775872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0FE2A-602B-4923-8C85-A1E683E699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e644d3e1b48a3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afterparty-span-1">
            <a:extLst xmlns:a="http://schemas.openxmlformats.org/drawingml/2006/main">
              <a:ext uri="{FF2B5EF4-FFF2-40B4-BE49-F238E27FC236}">
                <a16:creationId xmlns:a16="http://schemas.microsoft.com/office/drawing/2014/main" id="{E5D6A08A-BBB9-42DC-A16E-34CB661C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95168"/>
            <a:ext cx="1216670" cy="37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SDLCAI</a:t>
            </a:r>
          </a:p>
        </p:txBody>
      </p:sp>
      <p:sp>
        <p:nvSpPr>
          <p:cNvPr id="3" name="afterparty-span-2">
            <a:extLst xmlns:a="http://schemas.openxmlformats.org/drawingml/2006/main">
              <a:ext uri="{FF2B5EF4-FFF2-40B4-BE49-F238E27FC236}">
                <a16:creationId xmlns:a16="http://schemas.microsoft.com/office/drawing/2014/main" id="{04A3B3B2-2E0B-4156-B41F-C17CF495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0853" y="662117"/>
            <a:ext cx="3012877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13 OCTOBER 2026 / MARSIO</a:t>
            </a:r>
          </a:p>
        </p:txBody>
      </p:sp>
      <p:sp>
        <p:nvSpPr>
          <p:cNvPr id="4" name="afterparty-p-3">
            <a:extLst xmlns:a="http://schemas.openxmlformats.org/drawingml/2006/main">
              <a:ext uri="{FF2B5EF4-FFF2-40B4-BE49-F238E27FC236}">
                <a16:creationId xmlns:a16="http://schemas.microsoft.com/office/drawing/2014/main" id="{424B6472-9725-480B-9338-B97FB91A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2953726"/>
            <a:ext cx="2335411" cy="43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1" b="1" spc="105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621" b="1" spc="105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621" b="1" spc="105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17:15-21:00</a:t>
            </a:r>
          </a:p>
        </p:txBody>
      </p:sp>
      <p:sp>
        <p:nvSpPr>
          <p:cNvPr id="5" name="afterparty-h1-4">
            <a:extLst xmlns:a="http://schemas.openxmlformats.org/drawingml/2006/main">
              <a:ext uri="{FF2B5EF4-FFF2-40B4-BE49-F238E27FC236}">
                <a16:creationId xmlns:a16="http://schemas.microsoft.com/office/drawing/2014/main" id="{55F02A7A-7121-419C-BF8F-BD231216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3338553"/>
            <a:ext cx="12439799" cy="2745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163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1638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AFTERPARTY</a:t>
            </a:r>
          </a:p>
        </p:txBody>
      </p:sp>
      <p:sp>
        <p:nvSpPr>
          <p:cNvPr id="6" name="afterparty-p-5">
            <a:extLst xmlns:a="http://schemas.openxmlformats.org/drawingml/2006/main">
              <a:ext uri="{FF2B5EF4-FFF2-40B4-BE49-F238E27FC236}">
                <a16:creationId xmlns:a16="http://schemas.microsoft.com/office/drawing/2014/main" id="{A4E45E6D-B38D-4F81-BF79-9C531EBF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983265"/>
            <a:ext cx="5219700" cy="681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Right here at Marsio.</a:t>
            </a:r>
          </a:p>
        </p:txBody>
      </p:sp>
      <p:sp>
        <p:nvSpPr>
          <p:cNvPr id="7" name="afterparty-p-6">
            <a:extLst xmlns:a="http://schemas.openxmlformats.org/drawingml/2006/main">
              <a:ext uri="{FF2B5EF4-FFF2-40B4-BE49-F238E27FC236}">
                <a16:creationId xmlns:a16="http://schemas.microsoft.com/office/drawing/2014/main" id="{EA134FCB-D0E9-465B-94F8-66397C3A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6964793"/>
            <a:ext cx="6211491" cy="43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rPr>
              <a:t>Food, conversation &amp; time to catch up.</a:t>
            </a:r>
          </a:p>
        </p:txBody>
      </p:sp>
      <p:sp>
        <p:nvSpPr>
          <p:cNvPr id="8" name="afterparty-span-7">
            <a:extLst xmlns:a="http://schemas.openxmlformats.org/drawingml/2006/main">
              <a:ext uri="{FF2B5EF4-FFF2-40B4-BE49-F238E27FC236}">
                <a16:creationId xmlns:a16="http://schemas.microsoft.com/office/drawing/2014/main" id="{BF85A7C5-BAAA-4642-AF0C-CF77AA9B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9440446"/>
            <a:ext cx="1700808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AI MEETS SDLC</a:t>
            </a:r>
          </a:p>
        </p:txBody>
      </p:sp>
      <p:sp>
        <p:nvSpPr>
          <p:cNvPr id="9" name="afterparty-span-8">
            <a:extLst xmlns:a="http://schemas.openxmlformats.org/drawingml/2006/main">
              <a:ext uri="{FF2B5EF4-FFF2-40B4-BE49-F238E27FC236}">
                <a16:creationId xmlns:a16="http://schemas.microsoft.com/office/drawing/2014/main" id="{9EBC656A-5A73-41D8-8EE4-A9A32F7C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1815" y="9440446"/>
            <a:ext cx="791914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6 / 12</a:t>
            </a:r>
          </a:p>
        </p:txBody>
      </p:sp>
    </p:spTree>
    <p:extLst>
      <p:ext uri="{BB962C8B-B14F-4D97-AF65-F5344CB8AC3E}">
        <p14:creationId xmlns:p14="http://schemas.microsoft.com/office/powerpoint/2010/main" val="17055619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BD029-B05A-4124-9C82-8D6DF1CD48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ae21e3a684ade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hallway-track-span-1">
            <a:extLst xmlns:a="http://schemas.openxmlformats.org/drawingml/2006/main">
              <a:ext uri="{FF2B5EF4-FFF2-40B4-BE49-F238E27FC236}">
                <a16:creationId xmlns:a16="http://schemas.microsoft.com/office/drawing/2014/main" id="{DA5E537D-754E-46F5-B624-88B7BD82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95168"/>
            <a:ext cx="1216670" cy="37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SDLCAI</a:t>
            </a:r>
          </a:p>
        </p:txBody>
      </p:sp>
      <p:sp>
        <p:nvSpPr>
          <p:cNvPr id="3" name="hallway-track-span-2">
            <a:extLst xmlns:a="http://schemas.openxmlformats.org/drawingml/2006/main">
              <a:ext uri="{FF2B5EF4-FFF2-40B4-BE49-F238E27FC236}">
                <a16:creationId xmlns:a16="http://schemas.microsoft.com/office/drawing/2014/main" id="{E2476524-B46E-4786-95D4-E654B64B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0853" y="662117"/>
            <a:ext cx="3012877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13 OCTOBER 2026 / MARSIO</a:t>
            </a:r>
          </a:p>
        </p:txBody>
      </p:sp>
      <p:sp>
        <p:nvSpPr>
          <p:cNvPr id="4" name="hallway-track-h1-3">
            <a:extLst xmlns:a="http://schemas.openxmlformats.org/drawingml/2006/main">
              <a:ext uri="{FF2B5EF4-FFF2-40B4-BE49-F238E27FC236}">
                <a16:creationId xmlns:a16="http://schemas.microsoft.com/office/drawing/2014/main" id="{8414B5D6-7630-438A-BB9A-B6C7569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3228482"/>
            <a:ext cx="7109817" cy="2306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59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13759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13759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HALLWAY</a:t>
            </a:r>
          </a:p>
        </p:txBody>
      </p:sp>
      <p:sp>
        <p:nvSpPr>
          <p:cNvPr id="5" name="hallway-track-h1-4">
            <a:extLst xmlns:a="http://schemas.openxmlformats.org/drawingml/2006/main">
              <a:ext uri="{FF2B5EF4-FFF2-40B4-BE49-F238E27FC236}">
                <a16:creationId xmlns:a16="http://schemas.microsoft.com/office/drawing/2014/main" id="{AF7EC603-9789-4E2A-8DFE-452DF6E5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4888362"/>
            <a:ext cx="5399187" cy="2306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59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13759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13759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TRACK</a:t>
            </a:r>
          </a:p>
        </p:txBody>
      </p:sp>
      <p:sp>
        <p:nvSpPr>
          <p:cNvPr id="6" name="hallway-track-p-5">
            <a:extLst xmlns:a="http://schemas.openxmlformats.org/drawingml/2006/main">
              <a:ext uri="{FF2B5EF4-FFF2-40B4-BE49-F238E27FC236}">
                <a16:creationId xmlns:a16="http://schemas.microsoft.com/office/drawing/2014/main" id="{DB4DAB89-E7ED-4349-ACC7-BD37E732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4270" y="3933753"/>
            <a:ext cx="4640907" cy="681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The conversations</a:t>
            </a:r>
          </a:p>
        </p:txBody>
      </p:sp>
      <p:sp>
        <p:nvSpPr>
          <p:cNvPr id="7" name="hallway-track-p-6">
            <a:extLst xmlns:a="http://schemas.openxmlformats.org/drawingml/2006/main">
              <a:ext uri="{FF2B5EF4-FFF2-40B4-BE49-F238E27FC236}">
                <a16:creationId xmlns:a16="http://schemas.microsoft.com/office/drawing/2014/main" id="{0BDA5FB2-7FDB-448D-85E2-0442B4CD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4270" y="4542311"/>
            <a:ext cx="4695676" cy="681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between the talks.</a:t>
            </a:r>
          </a:p>
        </p:txBody>
      </p:sp>
      <p:sp>
        <p:nvSpPr>
          <p:cNvPr id="8" name="hallway-track-p-7">
            <a:extLst xmlns:a="http://schemas.openxmlformats.org/drawingml/2006/main">
              <a:ext uri="{FF2B5EF4-FFF2-40B4-BE49-F238E27FC236}">
                <a16:creationId xmlns:a16="http://schemas.microsoft.com/office/drawing/2014/main" id="{346E3F6A-9C0F-4B1F-9DA7-34744541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4270" y="5523839"/>
            <a:ext cx="3387328" cy="43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rPr>
              <a:t>Meet someone new.</a:t>
            </a:r>
          </a:p>
        </p:txBody>
      </p:sp>
      <p:sp>
        <p:nvSpPr>
          <p:cNvPr id="9" name="hallway-track-p-8">
            <a:extLst xmlns:a="http://schemas.openxmlformats.org/drawingml/2006/main">
              <a:ext uri="{FF2B5EF4-FFF2-40B4-BE49-F238E27FC236}">
                <a16:creationId xmlns:a16="http://schemas.microsoft.com/office/drawing/2014/main" id="{939DB53C-6365-4DCC-9059-F9A81C3F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4270" y="5973002"/>
            <a:ext cx="5419427" cy="43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rPr>
              <a:t>Compare notes. Visit the posters.</a:t>
            </a:r>
          </a:p>
        </p:txBody>
      </p:sp>
      <p:sp>
        <p:nvSpPr>
          <p:cNvPr id="10" name="hallway-track-span-9">
            <a:extLst xmlns:a="http://schemas.openxmlformats.org/drawingml/2006/main">
              <a:ext uri="{FF2B5EF4-FFF2-40B4-BE49-F238E27FC236}">
                <a16:creationId xmlns:a16="http://schemas.microsoft.com/office/drawing/2014/main" id="{A1D76FCD-11F0-4285-8E24-419821A8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9440446"/>
            <a:ext cx="1700808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AI MEETS SDLC</a:t>
            </a:r>
          </a:p>
        </p:txBody>
      </p:sp>
      <p:sp>
        <p:nvSpPr>
          <p:cNvPr id="11" name="hallway-track-span-10">
            <a:extLst xmlns:a="http://schemas.openxmlformats.org/drawingml/2006/main">
              <a:ext uri="{FF2B5EF4-FFF2-40B4-BE49-F238E27FC236}">
                <a16:creationId xmlns:a16="http://schemas.microsoft.com/office/drawing/2014/main" id="{37B31B48-C63B-429F-9A04-76982A56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3898" y="9440446"/>
            <a:ext cx="789831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7 / 12</a:t>
            </a:r>
          </a:p>
        </p:txBody>
      </p:sp>
    </p:spTree>
    <p:extLst>
      <p:ext uri="{BB962C8B-B14F-4D97-AF65-F5344CB8AC3E}">
        <p14:creationId xmlns:p14="http://schemas.microsoft.com/office/powerpoint/2010/main" val="18697879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AF52E-6951-464F-A756-AB4BE9457D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87b0034154805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pacman-rule-span-1">
            <a:extLst xmlns:a="http://schemas.openxmlformats.org/drawingml/2006/main">
              <a:ext uri="{FF2B5EF4-FFF2-40B4-BE49-F238E27FC236}">
                <a16:creationId xmlns:a16="http://schemas.microsoft.com/office/drawing/2014/main" id="{471CF2D7-BDC7-4D6D-9611-E872C42C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95168"/>
            <a:ext cx="1216670" cy="37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SDLCAI</a:t>
            </a:r>
          </a:p>
        </p:txBody>
      </p:sp>
      <p:sp>
        <p:nvSpPr>
          <p:cNvPr id="3" name="pacman-rule-span-2">
            <a:extLst xmlns:a="http://schemas.openxmlformats.org/drawingml/2006/main">
              <a:ext uri="{FF2B5EF4-FFF2-40B4-BE49-F238E27FC236}">
                <a16:creationId xmlns:a16="http://schemas.microsoft.com/office/drawing/2014/main" id="{DE82A88A-9527-42EC-BB30-7549C9C1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0853" y="662117"/>
            <a:ext cx="3012877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13 OCTOBER 2026 / MARSIO</a:t>
            </a:r>
          </a:p>
        </p:txBody>
      </p:sp>
      <p:sp>
        <p:nvSpPr>
          <p:cNvPr id="4" name="pacman-rule-h1-3">
            <a:extLst xmlns:a="http://schemas.openxmlformats.org/drawingml/2006/main">
              <a:ext uri="{FF2B5EF4-FFF2-40B4-BE49-F238E27FC236}">
                <a16:creationId xmlns:a16="http://schemas.microsoft.com/office/drawing/2014/main" id="{24B64589-5FBB-4FF0-A01B-BD168F9E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2550406"/>
            <a:ext cx="6531471" cy="1427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518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8518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8518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THE PACMAN</a:t>
            </a:r>
          </a:p>
        </p:txBody>
      </p:sp>
      <p:sp>
        <p:nvSpPr>
          <p:cNvPr id="5" name="pacman-rule-h1-4">
            <a:extLst xmlns:a="http://schemas.openxmlformats.org/drawingml/2006/main">
              <a:ext uri="{FF2B5EF4-FFF2-40B4-BE49-F238E27FC236}">
                <a16:creationId xmlns:a16="http://schemas.microsoft.com/office/drawing/2014/main" id="{711E9F05-F693-49CD-B63C-AD25CC1D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3577915"/>
            <a:ext cx="2683966" cy="1427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518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8518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8518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RULE</a:t>
            </a:r>
          </a:p>
        </p:txBody>
      </p:sp>
      <p:sp>
        <p:nvSpPr>
          <p:cNvPr id="6" name="pacman-rule-p-5">
            <a:extLst xmlns:a="http://schemas.openxmlformats.org/drawingml/2006/main">
              <a:ext uri="{FF2B5EF4-FFF2-40B4-BE49-F238E27FC236}">
                <a16:creationId xmlns:a16="http://schemas.microsoft.com/office/drawing/2014/main" id="{B9D640CC-AA03-45CA-BF80-9586FE9C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160990"/>
            <a:ext cx="3098006" cy="681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Leave a gap</a:t>
            </a:r>
          </a:p>
        </p:txBody>
      </p:sp>
      <p:sp>
        <p:nvSpPr>
          <p:cNvPr id="7" name="pacman-rule-p-6">
            <a:extLst xmlns:a="http://schemas.openxmlformats.org/drawingml/2006/main">
              <a:ext uri="{FF2B5EF4-FFF2-40B4-BE49-F238E27FC236}">
                <a16:creationId xmlns:a16="http://schemas.microsoft.com/office/drawing/2014/main" id="{A8FB3A34-B06E-47E4-B17B-9D81190C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769548"/>
            <a:ext cx="3391942" cy="681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in your circle.</a:t>
            </a:r>
          </a:p>
        </p:txBody>
      </p:sp>
      <p:sp>
        <p:nvSpPr>
          <p:cNvPr id="8" name="pacman-rule-p-7">
            <a:extLst xmlns:a="http://schemas.openxmlformats.org/drawingml/2006/main">
              <a:ext uri="{FF2B5EF4-FFF2-40B4-BE49-F238E27FC236}">
                <a16:creationId xmlns:a16="http://schemas.microsoft.com/office/drawing/2014/main" id="{FB6928FB-61DA-456C-80F1-A9F2875E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6751076"/>
            <a:ext cx="4241899" cy="43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rPr>
              <a:t>Make it easy for someone</a:t>
            </a:r>
          </a:p>
        </p:txBody>
      </p:sp>
      <p:sp>
        <p:nvSpPr>
          <p:cNvPr id="9" name="pacman-rule-p-8">
            <a:extLst xmlns:a="http://schemas.openxmlformats.org/drawingml/2006/main">
              <a:ext uri="{FF2B5EF4-FFF2-40B4-BE49-F238E27FC236}">
                <a16:creationId xmlns:a16="http://schemas.microsoft.com/office/drawing/2014/main" id="{E0C6433E-19A8-493E-80E2-0DB54F5F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7200239"/>
            <a:ext cx="4713238" cy="43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rPr>
              <a:t>new to join the conversation.</a:t>
            </a:r>
          </a:p>
        </p:txBody>
      </p:sp>
      <p:sp>
        <p:nvSpPr>
          <p:cNvPr id="10" name="pacman-rule-span-9">
            <a:extLst xmlns:a="http://schemas.openxmlformats.org/drawingml/2006/main">
              <a:ext uri="{FF2B5EF4-FFF2-40B4-BE49-F238E27FC236}">
                <a16:creationId xmlns:a16="http://schemas.microsoft.com/office/drawing/2014/main" id="{7199EECF-4BE8-435E-BE40-FEC79DE4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9440446"/>
            <a:ext cx="1700808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AI MEETS SDLC</a:t>
            </a:r>
          </a:p>
        </p:txBody>
      </p:sp>
      <p:sp>
        <p:nvSpPr>
          <p:cNvPr id="11" name="pacman-rule-span-10">
            <a:extLst xmlns:a="http://schemas.openxmlformats.org/drawingml/2006/main">
              <a:ext uri="{FF2B5EF4-FFF2-40B4-BE49-F238E27FC236}">
                <a16:creationId xmlns:a16="http://schemas.microsoft.com/office/drawing/2014/main" id="{97486330-D296-404F-8DCE-30FBDC79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9731" y="9440446"/>
            <a:ext cx="793998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8 / 12</a:t>
            </a:r>
          </a:p>
        </p:txBody>
      </p:sp>
    </p:spTree>
    <p:extLst>
      <p:ext uri="{BB962C8B-B14F-4D97-AF65-F5344CB8AC3E}">
        <p14:creationId xmlns:p14="http://schemas.microsoft.com/office/powerpoint/2010/main" val="9389646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7C713-6A74-45E5-8066-96D6C415C5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5224c61204ef8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8A937-9F96-49B0-8EE9-963A6D9672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cdb812ed34582"/>
          <a:stretch xmlns:a="http://schemas.openxmlformats.org/drawingml/2006/main"/>
        </p:blipFill>
        <p:spPr>
          <a:xfrm xmlns:a="http://schemas.openxmlformats.org/drawingml/2006/main">
            <a:off x="11384161" y="2157115"/>
            <a:ext cx="6080968" cy="6080968"/>
          </a:xfrm>
          <a:prstGeom xmlns:a="http://schemas.openxmlformats.org/drawingml/2006/main" prst="rect">
            <a:avLst/>
          </a:prstGeom>
        </p:spPr>
      </p:pic>
      <p:sp>
        <p:nvSpPr>
          <p:cNvPr id="3" name="questions-span-1">
            <a:extLst xmlns:a="http://schemas.openxmlformats.org/drawingml/2006/main">
              <a:ext uri="{FF2B5EF4-FFF2-40B4-BE49-F238E27FC236}">
                <a16:creationId xmlns:a16="http://schemas.microsoft.com/office/drawing/2014/main" id="{7186E4D4-520C-46EE-BE64-172839D9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95168"/>
            <a:ext cx="1216670" cy="37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SDLCAI</a:t>
            </a:r>
          </a:p>
        </p:txBody>
      </p:sp>
      <p:sp>
        <p:nvSpPr>
          <p:cNvPr id="4" name="questions-span-2">
            <a:extLst xmlns:a="http://schemas.openxmlformats.org/drawingml/2006/main">
              <a:ext uri="{FF2B5EF4-FFF2-40B4-BE49-F238E27FC236}">
                <a16:creationId xmlns:a16="http://schemas.microsoft.com/office/drawing/2014/main" id="{1A1540B7-5047-4232-9105-1F5AAC5E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0853" y="662117"/>
            <a:ext cx="3012877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13 OCTOBER 2026 / MARSIO</a:t>
            </a:r>
          </a:p>
        </p:txBody>
      </p:sp>
      <p:sp>
        <p:nvSpPr>
          <p:cNvPr id="5" name="questions-h1-3">
            <a:extLst xmlns:a="http://schemas.openxmlformats.org/drawingml/2006/main">
              <a:ext uri="{FF2B5EF4-FFF2-40B4-BE49-F238E27FC236}">
                <a16:creationId xmlns:a16="http://schemas.microsoft.com/office/drawing/2014/main" id="{10E06AB6-A028-4D30-9985-83D6BEA7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2903813"/>
            <a:ext cx="7267873" cy="1625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97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9697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9697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QUESTIONS?</a:t>
            </a:r>
          </a:p>
        </p:txBody>
      </p:sp>
      <p:sp>
        <p:nvSpPr>
          <p:cNvPr id="6" name="questions-p-4">
            <a:extLst xmlns:a="http://schemas.openxmlformats.org/drawingml/2006/main">
              <a:ext uri="{FF2B5EF4-FFF2-40B4-BE49-F238E27FC236}">
                <a16:creationId xmlns:a16="http://schemas.microsoft.com/office/drawing/2014/main" id="{FEEE3828-943F-41C0-BE5F-3B4377D0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4664691"/>
            <a:ext cx="3353991" cy="593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38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3538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3538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Ask questions.</a:t>
            </a:r>
          </a:p>
        </p:txBody>
      </p:sp>
      <p:sp>
        <p:nvSpPr>
          <p:cNvPr id="7" name="questions-p-5">
            <a:extLst xmlns:a="http://schemas.openxmlformats.org/drawingml/2006/main">
              <a:ext uri="{FF2B5EF4-FFF2-40B4-BE49-F238E27FC236}">
                <a16:creationId xmlns:a16="http://schemas.microsoft.com/office/drawing/2014/main" id="{739F58A6-7409-4FBA-B573-E399FAD1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194817"/>
            <a:ext cx="8190161" cy="593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38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3538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3538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Vote for the ones you want answered.</a:t>
            </a:r>
          </a:p>
        </p:txBody>
      </p:sp>
      <p:sp>
        <p:nvSpPr>
          <p:cNvPr id="8" name="questions-a-6">
            <a:extLst xmlns:a="http://schemas.openxmlformats.org/drawingml/2006/main">
              <a:ext uri="{FF2B5EF4-FFF2-40B4-BE49-F238E27FC236}">
                <a16:creationId xmlns:a16="http://schemas.microsoft.com/office/drawing/2014/main" id="{C00024DD-863C-45F1-87EA-AD298FA1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6096429"/>
            <a:ext cx="6363444" cy="13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994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7994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7994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  <a:hlinkClick xmlns:r="http://schemas.openxmlformats.org/officeDocument/2006/relationships" r:id="R36a22c184506494d"/>
              </a:rPr>
              <a:t>sdlcai.org/qa</a:t>
            </a:r>
          </a:p>
        </p:txBody>
      </p:sp>
      <p:sp>
        <p:nvSpPr>
          <p:cNvPr id="9" name="questions-span-7">
            <a:extLst xmlns:a="http://schemas.openxmlformats.org/drawingml/2006/main">
              <a:ext uri="{FF2B5EF4-FFF2-40B4-BE49-F238E27FC236}">
                <a16:creationId xmlns:a16="http://schemas.microsoft.com/office/drawing/2014/main" id="{361EC88C-88EC-4B23-85AE-389D206F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9440446"/>
            <a:ext cx="1700808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AI MEETS SDLC</a:t>
            </a:r>
          </a:p>
        </p:txBody>
      </p:sp>
      <p:sp>
        <p:nvSpPr>
          <p:cNvPr id="10" name="questions-span-8">
            <a:extLst xmlns:a="http://schemas.openxmlformats.org/drawingml/2006/main">
              <a:ext uri="{FF2B5EF4-FFF2-40B4-BE49-F238E27FC236}">
                <a16:creationId xmlns:a16="http://schemas.microsoft.com/office/drawing/2014/main" id="{6DE66C66-2593-4AE2-9B88-695375E0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1815" y="9440446"/>
            <a:ext cx="791914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9 / 12</a:t>
            </a:r>
          </a:p>
        </p:txBody>
      </p:sp>
    </p:spTree>
    <p:extLst>
      <p:ext uri="{BB962C8B-B14F-4D97-AF65-F5344CB8AC3E}">
        <p14:creationId xmlns:p14="http://schemas.microsoft.com/office/powerpoint/2010/main" val="11979436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2D986C-3669-453A-87EA-0A9352B8B6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2d91f61154b21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FB3BA-7BEF-490A-BC0E-2116BAC773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8757cf50b4d5b"/>
          <a:stretch xmlns:a="http://schemas.openxmlformats.org/drawingml/2006/main"/>
        </p:blipFill>
        <p:spPr>
          <a:xfrm xmlns:a="http://schemas.openxmlformats.org/drawingml/2006/main">
            <a:off x="984578" y="4166592"/>
            <a:ext cx="7664934" cy="1897261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8DE9C-F580-45E5-B1A8-47CDF1BD50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16c3390ac42f9"/>
          <a:stretch xmlns:a="http://schemas.openxmlformats.org/drawingml/2006/main"/>
        </p:blipFill>
        <p:spPr>
          <a:xfrm xmlns:a="http://schemas.openxmlformats.org/drawingml/2006/main">
            <a:off x="9691072" y="4216450"/>
            <a:ext cx="3448984" cy="582662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B4F64-DA85-452E-8315-D3212080E1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bcd7eb9d134709"/>
          <a:stretch xmlns:a="http://schemas.openxmlformats.org/drawingml/2006/main"/>
        </p:blipFill>
        <p:spPr>
          <a:xfrm xmlns:a="http://schemas.openxmlformats.org/drawingml/2006/main">
            <a:off x="13806255" y="4216450"/>
            <a:ext cx="3439586" cy="582662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94D93-61B7-4C8F-A968-056DDED13F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a950576144a12"/>
          <a:stretch xmlns:a="http://schemas.openxmlformats.org/drawingml/2006/main"/>
        </p:blipFill>
        <p:spPr>
          <a:xfrm xmlns:a="http://schemas.openxmlformats.org/drawingml/2006/main">
            <a:off x="9691072" y="5431185"/>
            <a:ext cx="3448984" cy="582662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2EDD8-A895-43BE-93BA-523BA0B1F0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d5d6b8f2324438"/>
          <a:stretch xmlns:a="http://schemas.openxmlformats.org/drawingml/2006/main"/>
        </p:blipFill>
        <p:spPr>
          <a:xfrm xmlns:a="http://schemas.openxmlformats.org/drawingml/2006/main">
            <a:off x="13806255" y="5431185"/>
            <a:ext cx="3439586" cy="582662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45E70-F48A-4850-A306-0B2C200CCB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6495d7be74c0d"/>
          <a:stretch xmlns:a="http://schemas.openxmlformats.org/drawingml/2006/main"/>
        </p:blipFill>
        <p:spPr>
          <a:xfrm xmlns:a="http://schemas.openxmlformats.org/drawingml/2006/main">
            <a:off x="932468" y="7078712"/>
            <a:ext cx="1445002" cy="46613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E4D85-3C73-44BF-8DB3-008BA06A45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e8c03d2f2409b"/>
          <a:stretch xmlns:a="http://schemas.openxmlformats.org/drawingml/2006/main"/>
        </p:blipFill>
        <p:spPr>
          <a:xfrm xmlns:a="http://schemas.openxmlformats.org/drawingml/2006/main">
            <a:off x="9607694" y="7095381"/>
            <a:ext cx="1735146" cy="848916"/>
          </a:xfrm>
          <a:prstGeom xmlns:a="http://schemas.openxmlformats.org/drawingml/2006/main" prst="rect">
            <a:avLst/>
          </a:prstGeom>
        </p:spPr>
      </p:pic>
      <p:sp>
        <p:nvSpPr>
          <p:cNvPr id="9" name="sponsors-span-1">
            <a:extLst xmlns:a="http://schemas.openxmlformats.org/drawingml/2006/main">
              <a:ext uri="{FF2B5EF4-FFF2-40B4-BE49-F238E27FC236}">
                <a16:creationId xmlns:a16="http://schemas.microsoft.com/office/drawing/2014/main" id="{6BE773B7-0679-4A8F-AE91-0D166C92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95168"/>
            <a:ext cx="1216670" cy="37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SDLCAI</a:t>
            </a:r>
          </a:p>
        </p:txBody>
      </p:sp>
      <p:sp>
        <p:nvSpPr>
          <p:cNvPr id="10" name="sponsors-span-2">
            <a:extLst xmlns:a="http://schemas.openxmlformats.org/drawingml/2006/main">
              <a:ext uri="{FF2B5EF4-FFF2-40B4-BE49-F238E27FC236}">
                <a16:creationId xmlns:a16="http://schemas.microsoft.com/office/drawing/2014/main" id="{C1B3E54F-A0A4-467D-8065-31E0BD8D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0853" y="662117"/>
            <a:ext cx="3012877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13 OCTOBER 2026 / MARSIO</a:t>
            </a:r>
          </a:p>
        </p:txBody>
      </p:sp>
      <p:sp>
        <p:nvSpPr>
          <p:cNvPr id="11" name="sponsors-h1-3">
            <a:extLst xmlns:a="http://schemas.openxmlformats.org/drawingml/2006/main">
              <a:ext uri="{FF2B5EF4-FFF2-40B4-BE49-F238E27FC236}">
                <a16:creationId xmlns:a16="http://schemas.microsoft.com/office/drawing/2014/main" id="{2D35298C-6E37-4215-80D6-F0EDDA9E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2159839"/>
            <a:ext cx="10568583" cy="1274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60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760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7600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THANK YOU, SPONSORS</a:t>
            </a:r>
          </a:p>
        </p:txBody>
      </p:sp>
      <p:sp>
        <p:nvSpPr>
          <p:cNvPr id="12" name="sponsors-h2-4">
            <a:extLst xmlns:a="http://schemas.openxmlformats.org/drawingml/2006/main">
              <a:ext uri="{FF2B5EF4-FFF2-40B4-BE49-F238E27FC236}">
                <a16:creationId xmlns:a16="http://schemas.microsoft.com/office/drawing/2014/main" id="{DB28AF3B-8C19-4906-9F31-B373D179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3603596"/>
            <a:ext cx="1761381" cy="263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2" b="1" spc="0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572" b="1" spc="0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572" b="1" spc="0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EPIC SPONSOR</a:t>
            </a:r>
          </a:p>
        </p:txBody>
      </p:sp>
      <p:sp>
        <p:nvSpPr>
          <p:cNvPr id="13" name="sponsors-h2-5">
            <a:extLst xmlns:a="http://schemas.openxmlformats.org/drawingml/2006/main">
              <a:ext uri="{FF2B5EF4-FFF2-40B4-BE49-F238E27FC236}">
                <a16:creationId xmlns:a16="http://schemas.microsoft.com/office/drawing/2014/main" id="{589BBB5C-69A6-4ECB-99AB-3ECA80C4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6780" y="3603596"/>
            <a:ext cx="1956197" cy="263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2" b="1" spc="0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572" b="1" spc="0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572" b="1" spc="0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TECH SPONSORS</a:t>
            </a:r>
          </a:p>
        </p:txBody>
      </p:sp>
      <p:sp>
        <p:nvSpPr>
          <p:cNvPr id="14" name="sponsors-h2-6">
            <a:extLst xmlns:a="http://schemas.openxmlformats.org/drawingml/2006/main">
              <a:ext uri="{FF2B5EF4-FFF2-40B4-BE49-F238E27FC236}">
                <a16:creationId xmlns:a16="http://schemas.microsoft.com/office/drawing/2014/main" id="{E1F01D95-3825-4246-9D31-93886E7D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6565722"/>
            <a:ext cx="2042220" cy="263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2" b="1" spc="0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572" b="1" spc="0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572" b="1" spc="0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BRAND SPONSOR</a:t>
            </a:r>
          </a:p>
        </p:txBody>
      </p:sp>
      <p:sp>
        <p:nvSpPr>
          <p:cNvPr id="15" name="sponsors-h2-7">
            <a:extLst xmlns:a="http://schemas.openxmlformats.org/drawingml/2006/main">
              <a:ext uri="{FF2B5EF4-FFF2-40B4-BE49-F238E27FC236}">
                <a16:creationId xmlns:a16="http://schemas.microsoft.com/office/drawing/2014/main" id="{FF358152-7D73-472F-82FC-803583DF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6780" y="6565722"/>
            <a:ext cx="2335857" cy="263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2" b="1" spc="0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572" b="1" spc="0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572" b="1" spc="0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LOCATION SPONSOR</a:t>
            </a:r>
          </a:p>
        </p:txBody>
      </p:sp>
      <p:sp>
        <p:nvSpPr>
          <p:cNvPr id="16" name="sponsors-span-8">
            <a:extLst xmlns:a="http://schemas.openxmlformats.org/drawingml/2006/main">
              <a:ext uri="{FF2B5EF4-FFF2-40B4-BE49-F238E27FC236}">
                <a16:creationId xmlns:a16="http://schemas.microsoft.com/office/drawing/2014/main" id="{6905A6F2-4D81-44B0-8B03-DF71C79D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9440446"/>
            <a:ext cx="1700808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AI MEETS SDLC</a:t>
            </a:r>
          </a:p>
        </p:txBody>
      </p:sp>
      <p:sp>
        <p:nvSpPr>
          <p:cNvPr id="17" name="sponsors-span-9">
            <a:extLst xmlns:a="http://schemas.openxmlformats.org/drawingml/2006/main">
              <a:ext uri="{FF2B5EF4-FFF2-40B4-BE49-F238E27FC236}">
                <a16:creationId xmlns:a16="http://schemas.microsoft.com/office/drawing/2014/main" id="{BF3502D4-35C7-4249-BB3C-473E19F9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0194" y="9440446"/>
            <a:ext cx="903536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14727440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D324F7-97A8-461E-9EE3-F95D2E74BD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1f6fc9b5c4293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code-of-conduct-span-1">
            <a:extLst xmlns:a="http://schemas.openxmlformats.org/drawingml/2006/main">
              <a:ext uri="{FF2B5EF4-FFF2-40B4-BE49-F238E27FC236}">
                <a16:creationId xmlns:a16="http://schemas.microsoft.com/office/drawing/2014/main" id="{247B05B1-7DDF-4717-9C6A-15AB8E72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95168"/>
            <a:ext cx="1216670" cy="37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SDLCAI</a:t>
            </a:r>
          </a:p>
        </p:txBody>
      </p:sp>
      <p:sp>
        <p:nvSpPr>
          <p:cNvPr id="3" name="code-of-conduct-span-2">
            <a:extLst xmlns:a="http://schemas.openxmlformats.org/drawingml/2006/main">
              <a:ext uri="{FF2B5EF4-FFF2-40B4-BE49-F238E27FC236}">
                <a16:creationId xmlns:a16="http://schemas.microsoft.com/office/drawing/2014/main" id="{08539EB1-7643-40CB-805D-BE23BC3D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0853" y="662117"/>
            <a:ext cx="3012877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13 OCTOBER 2026 / MARSIO</a:t>
            </a:r>
          </a:p>
        </p:txBody>
      </p:sp>
      <p:sp>
        <p:nvSpPr>
          <p:cNvPr id="4" name="code-of-conduct-h1-3">
            <a:extLst xmlns:a="http://schemas.openxmlformats.org/drawingml/2006/main">
              <a:ext uri="{FF2B5EF4-FFF2-40B4-BE49-F238E27FC236}">
                <a16:creationId xmlns:a16="http://schemas.microsoft.com/office/drawing/2014/main" id="{134FC5BC-DAED-4B90-9126-4CB546ED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2271860"/>
            <a:ext cx="4359027" cy="1603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66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9566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9566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BERLIN</a:t>
            </a:r>
          </a:p>
        </p:txBody>
      </p:sp>
      <p:sp>
        <p:nvSpPr>
          <p:cNvPr id="5" name="code-of-conduct-h1-4">
            <a:extLst xmlns:a="http://schemas.openxmlformats.org/drawingml/2006/main">
              <a:ext uri="{FF2B5EF4-FFF2-40B4-BE49-F238E27FC236}">
                <a16:creationId xmlns:a16="http://schemas.microsoft.com/office/drawing/2014/main" id="{82FB8202-5309-4AEE-89F6-9760B60A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3425873"/>
            <a:ext cx="10278814" cy="1603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66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9566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9566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CODE OF CONDUCT</a:t>
            </a:r>
          </a:p>
        </p:txBody>
      </p:sp>
      <p:sp>
        <p:nvSpPr>
          <p:cNvPr id="6" name="code-of-conduct-p-5">
            <a:extLst xmlns:a="http://schemas.openxmlformats.org/drawingml/2006/main">
              <a:ext uri="{FF2B5EF4-FFF2-40B4-BE49-F238E27FC236}">
                <a16:creationId xmlns:a16="http://schemas.microsoft.com/office/drawing/2014/main" id="{ED359679-1223-4B3D-A29E-0AD4BEBD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087766"/>
            <a:ext cx="4997351" cy="681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Respect each other.</a:t>
            </a:r>
          </a:p>
        </p:txBody>
      </p:sp>
      <p:sp>
        <p:nvSpPr>
          <p:cNvPr id="7" name="code-of-conduct-p-6">
            <a:extLst xmlns:a="http://schemas.openxmlformats.org/drawingml/2006/main">
              <a:ext uri="{FF2B5EF4-FFF2-40B4-BE49-F238E27FC236}">
                <a16:creationId xmlns:a16="http://schemas.microsoft.com/office/drawing/2014/main" id="{90B88AF8-0A09-4697-918E-97296042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696325"/>
            <a:ext cx="8662243" cy="681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Help make this a welcoming space.</a:t>
            </a:r>
          </a:p>
        </p:txBody>
      </p:sp>
      <p:sp>
        <p:nvSpPr>
          <p:cNvPr id="8" name="code-of-conduct-p-7">
            <a:extLst xmlns:a="http://schemas.openxmlformats.org/drawingml/2006/main">
              <a:ext uri="{FF2B5EF4-FFF2-40B4-BE49-F238E27FC236}">
                <a16:creationId xmlns:a16="http://schemas.microsoft.com/office/drawing/2014/main" id="{0E147700-0639-48E5-94A3-8BE98FFB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6677852"/>
            <a:ext cx="9451925" cy="43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621" b="0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rPr>
              <a:t>A concern or something wrong? Please talk to an organizer.</a:t>
            </a:r>
          </a:p>
        </p:txBody>
      </p:sp>
      <p:sp>
        <p:nvSpPr>
          <p:cNvPr id="9" name="code-of-conduct-a-8">
            <a:extLst xmlns:a="http://schemas.openxmlformats.org/drawingml/2006/main">
              <a:ext uri="{FF2B5EF4-FFF2-40B4-BE49-F238E27FC236}">
                <a16:creationId xmlns:a16="http://schemas.microsoft.com/office/drawing/2014/main" id="{7F94C4CD-3D09-4D65-8023-6EB2C506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7459795"/>
            <a:ext cx="4596110" cy="43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1" b="0" u="sng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621" b="0" u="sng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621" b="0" u="sng" spc="0" kern="0">
                <a:solidFill>
                  <a:srgbClr val="B3B2AE"/>
                </a:solidFill>
                <a:latin typeface="Finlandica Text"/>
                <a:ea typeface="Finlandica Text"/>
                <a:cs typeface="Finlandica Text"/>
                <a:hlinkClick xmlns:r="http://schemas.openxmlformats.org/officeDocument/2006/relationships" r:id="R8bfda9b6c11e4787"/>
              </a:rPr>
              <a:t>berlincodeofconduct.org/en</a:t>
            </a:r>
          </a:p>
        </p:txBody>
      </p:sp>
      <p:sp>
        <p:nvSpPr>
          <p:cNvPr id="10" name="code-of-conduct-span-9">
            <a:extLst xmlns:a="http://schemas.openxmlformats.org/drawingml/2006/main">
              <a:ext uri="{FF2B5EF4-FFF2-40B4-BE49-F238E27FC236}">
                <a16:creationId xmlns:a16="http://schemas.microsoft.com/office/drawing/2014/main" id="{379BF700-16C7-4403-A942-EADE7E88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9440446"/>
            <a:ext cx="1700808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AI MEETS SDLC</a:t>
            </a:r>
          </a:p>
        </p:txBody>
      </p:sp>
      <p:sp>
        <p:nvSpPr>
          <p:cNvPr id="11" name="code-of-conduct-span-10">
            <a:extLst xmlns:a="http://schemas.openxmlformats.org/drawingml/2006/main">
              <a:ext uri="{FF2B5EF4-FFF2-40B4-BE49-F238E27FC236}">
                <a16:creationId xmlns:a16="http://schemas.microsoft.com/office/drawing/2014/main" id="{873D9764-3532-4BA1-9D5E-E2528D6E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1270" y="9440446"/>
            <a:ext cx="862459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21107266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D99B5-0398-4DBB-B606-A83D226DD3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57f40992840f1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sdlcai-span-1">
            <a:extLst xmlns:a="http://schemas.openxmlformats.org/drawingml/2006/main">
              <a:ext uri="{FF2B5EF4-FFF2-40B4-BE49-F238E27FC236}">
                <a16:creationId xmlns:a16="http://schemas.microsoft.com/office/drawing/2014/main" id="{FBB200E8-2A07-418C-B15D-E18FDA88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595168"/>
            <a:ext cx="1216670" cy="37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2228" b="1" spc="83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SDLCAI</a:t>
            </a:r>
          </a:p>
        </p:txBody>
      </p:sp>
      <p:sp>
        <p:nvSpPr>
          <p:cNvPr id="3" name="sdlcai-span-2">
            <a:extLst xmlns:a="http://schemas.openxmlformats.org/drawingml/2006/main">
              <a:ext uri="{FF2B5EF4-FFF2-40B4-BE49-F238E27FC236}">
                <a16:creationId xmlns:a16="http://schemas.microsoft.com/office/drawing/2014/main" id="{4A4ACD8A-F730-4E7B-A029-7589B949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0853" y="662117"/>
            <a:ext cx="3012877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13 OCTOBER 2026 / MARSIO</a:t>
            </a:r>
          </a:p>
        </p:txBody>
      </p:sp>
      <p:sp>
        <p:nvSpPr>
          <p:cNvPr id="4" name="sdlcai-p-3">
            <a:extLst xmlns:a="http://schemas.openxmlformats.org/drawingml/2006/main">
              <a:ext uri="{FF2B5EF4-FFF2-40B4-BE49-F238E27FC236}">
                <a16:creationId xmlns:a16="http://schemas.microsoft.com/office/drawing/2014/main" id="{65BC2CA0-D60C-40D6-80C3-33EDD7C0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2988998"/>
            <a:ext cx="3416350" cy="439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1" b="1" spc="105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2621" b="1" spc="105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2621" b="1" spc="105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SHARE YOUR DAY</a:t>
            </a:r>
          </a:p>
        </p:txBody>
      </p:sp>
      <p:sp>
        <p:nvSpPr>
          <p:cNvPr id="5" name="sdlcai-h1-4">
            <a:extLst xmlns:a="http://schemas.openxmlformats.org/drawingml/2006/main">
              <a:ext uri="{FF2B5EF4-FFF2-40B4-BE49-F238E27FC236}">
                <a16:creationId xmlns:a16="http://schemas.microsoft.com/office/drawing/2014/main" id="{623B2BE4-2F94-41BE-BDE0-D981D240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3035021"/>
            <a:ext cx="11264057" cy="4173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898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defPPr>
          </a:lstStyle>
          <a:p xmlns:a="http://schemas.openxmlformats.org/drawingml/2006/main">
            <a:pPr algn="l">
              <a:defRPr sz="24898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defRPr>
            </a:pPr>
            <a:r>
              <a:rPr sz="24898" b="1" spc="0" kern="0">
                <a:solidFill>
                  <a:srgbClr val="F6F4EF"/>
                </a:solidFill>
                <a:latin typeface="Finlandica Headline"/>
                <a:ea typeface="Finlandica Headline"/>
                <a:cs typeface="Finlandica Headline"/>
              </a:rPr>
              <a:t>#sdlcai</a:t>
            </a:r>
          </a:p>
        </p:txBody>
      </p:sp>
      <p:sp>
        <p:nvSpPr>
          <p:cNvPr id="6" name="sdlcai-p-5">
            <a:extLst xmlns:a="http://schemas.openxmlformats.org/drawingml/2006/main">
              <a:ext uri="{FF2B5EF4-FFF2-40B4-BE49-F238E27FC236}">
                <a16:creationId xmlns:a16="http://schemas.microsoft.com/office/drawing/2014/main" id="{A0C8F253-139A-4F64-9DA3-7771F9EC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6729936"/>
            <a:ext cx="9802267" cy="681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4062" b="0" spc="0" kern="0">
                <a:solidFill>
                  <a:srgbClr val="F6F4EF"/>
                </a:solidFill>
                <a:latin typeface="Finlandica Text"/>
                <a:ea typeface="Finlandica Text"/>
                <a:cs typeface="Finlandica Text"/>
              </a:rPr>
              <a:t>Ideas. Conversations. New connections.</a:t>
            </a:r>
          </a:p>
        </p:txBody>
      </p:sp>
      <p:sp>
        <p:nvSpPr>
          <p:cNvPr id="7" name="sdlcai-span-6">
            <a:extLst xmlns:a="http://schemas.openxmlformats.org/drawingml/2006/main">
              <a:ext uri="{FF2B5EF4-FFF2-40B4-BE49-F238E27FC236}">
                <a16:creationId xmlns:a16="http://schemas.microsoft.com/office/drawing/2014/main" id="{A34B37E8-10D8-408F-92A3-AD9D208A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71" y="9440446"/>
            <a:ext cx="1700808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AI MEETS SDLC</a:t>
            </a:r>
          </a:p>
        </p:txBody>
      </p:sp>
      <p:sp>
        <p:nvSpPr>
          <p:cNvPr id="8" name="sdlcai-span-7">
            <a:extLst xmlns:a="http://schemas.openxmlformats.org/drawingml/2006/main">
              <a:ext uri="{FF2B5EF4-FFF2-40B4-BE49-F238E27FC236}">
                <a16:creationId xmlns:a16="http://schemas.microsoft.com/office/drawing/2014/main" id="{C10FEC9D-79DA-4487-8142-D44A170B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8946" y="9440446"/>
            <a:ext cx="884783" cy="2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defPPr>
          </a:lstStyle>
          <a:p xmlns:a="http://schemas.openxmlformats.org/drawingml/2006/main">
            <a:pPr algn="l">
              <a:def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defRPr>
            </a:pPr>
            <a:r>
              <a:rPr sz="1376" b="1" spc="83" kern="0">
                <a:solidFill>
                  <a:srgbClr val="A3A19E"/>
                </a:solidFill>
                <a:latin typeface="Finlandica Text"/>
                <a:ea typeface="Finlandica Text"/>
                <a:cs typeface="Finlandica Text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9714153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2026-10-13T05:17:14.3870000Z</dcterms:created>
  <dcterms:modified xsi:type="dcterms:W3CDTF">2026-10-13T05:17:14.3870000Z</dcterms:modified>
</coreProperties>
</file>