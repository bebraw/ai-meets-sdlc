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fntdata" ContentType="application/x-fontdata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5c0e21925844db" /><Relationship Type="http://schemas.openxmlformats.org/officeDocument/2006/relationships/extended-properties" Target="/docProps/app.xml" Id="R42d0683a154f473d" /><Relationship Type="http://schemas.openxmlformats.org/officeDocument/2006/relationships/officeDocument" Target="/ppt/presentation.xml" Id="R98293c794e964b0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3c2a0bd66bb412c"/>
  </p:sldMasterIdLst>
  <p:notesMasterIdLst>
    <p:notesMasterId xmlns:r="http://schemas.openxmlformats.org/officeDocument/2006/relationships" r:id="R621415af9df941bc"/>
  </p:notesMasterIdLst>
  <p:sldIdLst>
    <p:sldId xmlns:r="http://schemas.openxmlformats.org/officeDocument/2006/relationships" id="256" r:id="R9854faf79ad64042"/>
    <p:sldId xmlns:r="http://schemas.openxmlformats.org/officeDocument/2006/relationships" id="257" r:id="R1b534478b46a456d"/>
    <p:sldId xmlns:r="http://schemas.openxmlformats.org/officeDocument/2006/relationships" id="258" r:id="R5a92102525fa453f"/>
    <p:sldId xmlns:r="http://schemas.openxmlformats.org/officeDocument/2006/relationships" id="259" r:id="Rf7b9844d1c3c459d"/>
    <p:sldId xmlns:r="http://schemas.openxmlformats.org/officeDocument/2006/relationships" id="260" r:id="Rcdec36d1bf0a4f2f"/>
    <p:sldId xmlns:r="http://schemas.openxmlformats.org/officeDocument/2006/relationships" id="261" r:id="Rfd0f7f98871f4d13"/>
    <p:sldId xmlns:r="http://schemas.openxmlformats.org/officeDocument/2006/relationships" id="262" r:id="Ra8f9f42fc9af4753"/>
  </p:sldIdLst>
  <p:sldSz cx="18288000" cy="10287000"/>
  <p:notesSz cx="6858000" cy="9144000"/>
  <p:embeddedFontLst>
    <p:embeddedFont>
      <p:font typeface="Finlandica Headline"/>
      <p:bold xmlns:ns1="http://schemas.openxmlformats.org/officeDocument/2006/relationships" ns1:id="rIdEmbedded-headline-bold"/>
    </p:embeddedFont>
    <p:embeddedFont>
      <p:font typeface="Finlandica Text"/>
      <p:regular xmlns:ns2="http://schemas.openxmlformats.org/officeDocument/2006/relationships" ns2:id="rIdEmbedded-text-regular"/>
      <p:bold xmlns:ns3="http://schemas.openxmlformats.org/officeDocument/2006/relationships" ns3:id="rIdEmbedded-text-bol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49c5db17550c429d"/><Relationship Type="http://schemas.openxmlformats.org/officeDocument/2006/relationships/slideMaster" Target="/ppt/slideMasters/slideMaster1.xml" Id="R23c2a0bd66bb412c"/><Relationship Type="http://schemas.openxmlformats.org/officeDocument/2006/relationships/notesMaster" Target="/ppt/notesMasters/notesMaster1.xml" Id="R621415af9df941bc"/><Relationship Type="http://schemas.openxmlformats.org/officeDocument/2006/relationships/presProps" Target="/ppt/presProps.xml" Id="R7d301e7ed1a542fc"/><Relationship Type="http://schemas.openxmlformats.org/officeDocument/2006/relationships/tableStyles" Target="/ppt/tableStyles.xml" Id="R70015da30d3a4628"/><Relationship Type="http://schemas.openxmlformats.org/officeDocument/2006/relationships/slide" Target="/ppt/slides/slide1.xml" Id="R9854faf79ad64042"/><Relationship Type="http://schemas.openxmlformats.org/officeDocument/2006/relationships/slide" Target="/ppt/slides/slide2.xml" Id="R1b534478b46a456d"/><Relationship Type="http://schemas.openxmlformats.org/officeDocument/2006/relationships/slide" Target="/ppt/slides/slide3.xml" Id="R5a92102525fa453f"/><Relationship Type="http://schemas.openxmlformats.org/officeDocument/2006/relationships/slide" Target="/ppt/slides/slide4.xml" Id="Rf7b9844d1c3c459d"/><Relationship Type="http://schemas.openxmlformats.org/officeDocument/2006/relationships/slide" Target="/ppt/slides/slide5.xml" Id="Rcdec36d1bf0a4f2f"/><Relationship Type="http://schemas.openxmlformats.org/officeDocument/2006/relationships/slide" Target="/ppt/slides/slide6.xml" Id="Rfd0f7f98871f4d13"/><Relationship Type="http://schemas.openxmlformats.org/officeDocument/2006/relationships/slide" Target="/ppt/slides/slide7.xml" Id="Ra8f9f42fc9af4753"/><Relationship Id="rIdEmbedded-headline-bold" Type="http://schemas.openxmlformats.org/officeDocument/2006/relationships/font" Target="fonts/headline-bold.fntdata"/><Relationship Id="rIdEmbedded-text-regular" Type="http://schemas.openxmlformats.org/officeDocument/2006/relationships/font" Target="fonts/text-regular.fntdata"/><Relationship Id="rIdEmbedded-text-bold" Type="http://schemas.openxmlformats.org/officeDocument/2006/relationships/font" Target="fonts/text-bold.fntdata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0cbe0fb1ab43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11d9034ec04ca9" /><Relationship Type="http://schemas.openxmlformats.org/officeDocument/2006/relationships/notesMaster" Target="/ppt/notesMasters/notesMaster1.xml" Id="Rfab3ca4b2e5544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bd4209e3984243" /><Relationship Type="http://schemas.openxmlformats.org/officeDocument/2006/relationships/notesMaster" Target="/ppt/notesMasters/notesMaster1.xml" Id="R32df0be8aeae41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70ab1cf71b4b28" /><Relationship Type="http://schemas.openxmlformats.org/officeDocument/2006/relationships/notesMaster" Target="/ppt/notesMasters/notesMaster1.xml" Id="R6cf842fc47e14b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5db632343f4a50" /><Relationship Type="http://schemas.openxmlformats.org/officeDocument/2006/relationships/notesMaster" Target="/ppt/notesMasters/notesMaster1.xml" Id="R211602ee31184d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3c78be3b4048e8" /><Relationship Type="http://schemas.openxmlformats.org/officeDocument/2006/relationships/notesMaster" Target="/ppt/notesMasters/notesMaster1.xml" Id="R758ea4423c674c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105a680cf74f44" /><Relationship Type="http://schemas.openxmlformats.org/officeDocument/2006/relationships/notesMaster" Target="/ppt/notesMasters/notesMaster1.xml" Id="R33de1720cd5549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1adc5aa0574d10" /><Relationship Type="http://schemas.openxmlformats.org/officeDocument/2006/relationships/notesMaster" Target="/ppt/notesMasters/notesMaster1.xml" Id="R6b9fe80b257c45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https://sdlcai.org/slides/closing/#recap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https://sdlcai.org/slides/closing/#speakers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https://sdlcai.org/slides/closing/#sponsors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https://sdlcai.org/slides/closing/#crew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https://sdlcai.org/slides/closing/#attendees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https://sdlcai.org/slides/closing/#group-photo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https://sdlcai.org/slides/closing/#afterparty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63275181d4f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b605cb06ee47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bcdba4356433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ce2559d66848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74bf83b2c443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597b6fd80b4d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4A05B4-7469-4B6D-8431-5D9F8351F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3886200"/>
            <a:ext cx="146304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109F4C1-3208-460D-9B8C-9A87B006A4D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5657850"/>
            <a:ext cx="12801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0DA19B7-643F-4961-AEE9-28904C2005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4286250"/>
            <a:ext cx="1463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C69E65-ABE7-435D-9C20-7CF024D730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B90E7C3-0DFF-4834-A48D-B91C25EDB3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162306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48CD8A1-38D5-47CA-955D-8B18FD5875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30C4DE-8830-450E-945E-03DDC6F040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FA28B50-969E-402C-8E62-CC15FE6F917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97155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4DF4EF-8F16-42F4-B522-20B277277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E18AED7-724E-4B73-9459-A86F43ACD6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d17134186942b3" /><Relationship Type="http://schemas.openxmlformats.org/officeDocument/2006/relationships/slideLayout" Target="/ppt/slideLayouts/slideLayout1.xml" Id="R7a4ed31bbdf94684" /><Relationship Type="http://schemas.openxmlformats.org/officeDocument/2006/relationships/slideLayout" Target="/ppt/slideLayouts/slideLayout2.xml" Id="Ree829f5a678044a8" /><Relationship Type="http://schemas.openxmlformats.org/officeDocument/2006/relationships/slideLayout" Target="/ppt/slideLayouts/slideLayout3.xml" Id="Re32000e8d291422e" /><Relationship Type="http://schemas.openxmlformats.org/officeDocument/2006/relationships/slideLayout" Target="/ppt/slideLayouts/slideLayout4.xml" Id="R4b84631ae34b47ca" /><Relationship Type="http://schemas.openxmlformats.org/officeDocument/2006/relationships/slideLayout" Target="/ppt/slideLayouts/slideLayout5.xml" Id="Rd4ccf62db30f4bf7" /><Relationship Type="http://schemas.openxmlformats.org/officeDocument/2006/relationships/slideLayout" Target="/ppt/slideLayouts/slideLayout6.xml" Id="Rce6d36c075b84a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4ed31bbdf94684"/>
    <p:sldLayoutId xmlns:r="http://schemas.openxmlformats.org/officeDocument/2006/relationships" id="2147483650" r:id="Ree829f5a678044a8"/>
    <p:sldLayoutId xmlns:r="http://schemas.openxmlformats.org/officeDocument/2006/relationships" id="2147483651" r:id="Re32000e8d291422e"/>
    <p:sldLayoutId xmlns:r="http://schemas.openxmlformats.org/officeDocument/2006/relationships" id="2147483652" r:id="R4b84631ae34b47ca"/>
    <p:sldLayoutId xmlns:r="http://schemas.openxmlformats.org/officeDocument/2006/relationships" id="2147483653" r:id="Rd4ccf62db30f4bf7"/>
    <p:sldLayoutId xmlns:r="http://schemas.openxmlformats.org/officeDocument/2006/relationships" id="2147483654" r:id="Rce6d36c075b84a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002e8507d54fa3" /><Relationship Type="http://schemas.openxmlformats.org/officeDocument/2006/relationships/image" Target="/ppt/media/image.png" Id="R7b59d57238e24463" /><Relationship Type="http://schemas.openxmlformats.org/officeDocument/2006/relationships/notesSlide" Target="/ppt/notesSlides/notesSlide1.xml" Id="R99307634aad246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8d9d6a4987439a" /><Relationship Type="http://schemas.openxmlformats.org/officeDocument/2006/relationships/image" Target="/ppt/media/image2.png" Id="R208a231915f4454d" /><Relationship Type="http://schemas.openxmlformats.org/officeDocument/2006/relationships/image" Target="/ppt/media/image3.png" Id="Rb62b0208cf754461" /><Relationship Type="http://schemas.openxmlformats.org/officeDocument/2006/relationships/image" Target="/ppt/media/image4.png" Id="R9230bbba49d74ef9" /><Relationship Type="http://schemas.openxmlformats.org/officeDocument/2006/relationships/image" Target="/ppt/media/image5.png" Id="R45f3b3b6944049e4" /><Relationship Type="http://schemas.openxmlformats.org/officeDocument/2006/relationships/image" Target="/ppt/media/image6.png" Id="R8a2ff6c4f6b24e2e" /><Relationship Type="http://schemas.openxmlformats.org/officeDocument/2006/relationships/image" Target="/ppt/media/image7.png" Id="Rec848205e8464aa6" /><Relationship Type="http://schemas.openxmlformats.org/officeDocument/2006/relationships/image" Target="/ppt/media/image8.png" Id="R368b86f44bda4416" /><Relationship Type="http://schemas.openxmlformats.org/officeDocument/2006/relationships/image" Target="/ppt/media/image9.png" Id="R36e5ecd3aa124d84" /><Relationship Type="http://schemas.openxmlformats.org/officeDocument/2006/relationships/image" Target="/ppt/media/image10.png" Id="Rea1b12f0ce3c4623" /><Relationship Type="http://schemas.openxmlformats.org/officeDocument/2006/relationships/image" Target="/ppt/media/image11.png" Id="Rf79f0c6e33e24eb7" /><Relationship Type="http://schemas.openxmlformats.org/officeDocument/2006/relationships/image" Target="/ppt/media/image12.png" Id="R9ccbae20220145a1" /><Relationship Type="http://schemas.openxmlformats.org/officeDocument/2006/relationships/notesSlide" Target="/ppt/notesSlides/notesSlide2.xml" Id="Rff9efe9b64084c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6ab251c5704e60" /><Relationship Type="http://schemas.openxmlformats.org/officeDocument/2006/relationships/image" Target="/ppt/media/image13.png" Id="Re3cc209940d64489" /><Relationship Type="http://schemas.openxmlformats.org/officeDocument/2006/relationships/image" Target="/ppt/media/image14.png" Id="R56b9fdb53bb34b64" /><Relationship Type="http://schemas.openxmlformats.org/officeDocument/2006/relationships/image" Target="/ppt/media/image15.png" Id="Rad6aa08b36a5418b" /><Relationship Type="http://schemas.openxmlformats.org/officeDocument/2006/relationships/image" Target="/ppt/media/image16.png" Id="R40df9a86b1524739" /><Relationship Type="http://schemas.openxmlformats.org/officeDocument/2006/relationships/image" Target="/ppt/media/image17.png" Id="R6b6cd89164484fb2" /><Relationship Type="http://schemas.openxmlformats.org/officeDocument/2006/relationships/image" Target="/ppt/media/image18.png" Id="R09768837688540d6" /><Relationship Type="http://schemas.openxmlformats.org/officeDocument/2006/relationships/image" Target="/ppt/media/image19.png" Id="R8b6abac84d4a4c48" /><Relationship Type="http://schemas.openxmlformats.org/officeDocument/2006/relationships/image" Target="/ppt/media/image20.png" Id="Ra9ef5654fcfe4f49" /><Relationship Type="http://schemas.openxmlformats.org/officeDocument/2006/relationships/notesSlide" Target="/ppt/notesSlides/notesSlide3.xml" Id="Rbd1ddf72116d4f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d9921a7cd741e0" /><Relationship Type="http://schemas.openxmlformats.org/officeDocument/2006/relationships/image" Target="/ppt/media/image21.png" Id="R409c3af8bcb4415e" /><Relationship Type="http://schemas.openxmlformats.org/officeDocument/2006/relationships/notesSlide" Target="/ppt/notesSlides/notesSlide4.xml" Id="Redeedf0e56ba48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c1f5cd0c24c28" /><Relationship Type="http://schemas.openxmlformats.org/officeDocument/2006/relationships/image" Target="/ppt/media/image22.png" Id="R2ebaf48bf4f444c3" /><Relationship Type="http://schemas.openxmlformats.org/officeDocument/2006/relationships/notesSlide" Target="/ppt/notesSlides/notesSlide5.xml" Id="R1a4c0187bcfe43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41d658a2d342cf" /><Relationship Type="http://schemas.openxmlformats.org/officeDocument/2006/relationships/image" Target="/ppt/media/image23.png" Id="Rf2c91c26afb24479" /><Relationship Type="http://schemas.openxmlformats.org/officeDocument/2006/relationships/notesSlide" Target="/ppt/notesSlides/notesSlide6.xml" Id="R5467531b6a2648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435866ec6541b4" /><Relationship Type="http://schemas.openxmlformats.org/officeDocument/2006/relationships/image" Target="/ppt/media/image24.png" Id="R9a5fa50aeff94aa7" /><Relationship Type="http://schemas.openxmlformats.org/officeDocument/2006/relationships/image" Target="/ppt/media/image25.png" Id="Radf2488cdc894272" /><Relationship Type="http://schemas.openxmlformats.org/officeDocument/2006/relationships/notesSlide" Target="/ppt/notesSlides/notesSlide7.xml" Id="Rf379998702384d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88ABC-61B0-4D31-989D-6F346A8137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59d57238e24463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recap-span-1">
            <a:extLst xmlns:a="http://schemas.openxmlformats.org/drawingml/2006/main">
              <a:ext uri="{FF2B5EF4-FFF2-40B4-BE49-F238E27FC236}">
                <a16:creationId xmlns:a16="http://schemas.microsoft.com/office/drawing/2014/main" id="{9FD4B70A-31B9-4BD2-BB57-B4945494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recap-span-2">
            <a:extLst xmlns:a="http://schemas.openxmlformats.org/drawingml/2006/main">
              <a:ext uri="{FF2B5EF4-FFF2-40B4-BE49-F238E27FC236}">
                <a16:creationId xmlns:a16="http://schemas.microsoft.com/office/drawing/2014/main" id="{8291E08E-2884-4030-B16F-10636FE1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recap-h1-3">
            <a:extLst xmlns:a="http://schemas.openxmlformats.org/drawingml/2006/main">
              <a:ext uri="{FF2B5EF4-FFF2-40B4-BE49-F238E27FC236}">
                <a16:creationId xmlns:a16="http://schemas.microsoft.com/office/drawing/2014/main" id="{0821A094-507C-464A-946F-FD1C6177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842692"/>
            <a:ext cx="9965978" cy="1625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TODAY AT SDLCAI</a:t>
            </a:r>
          </a:p>
        </p:txBody>
      </p:sp>
      <p:sp>
        <p:nvSpPr>
          <p:cNvPr id="5" name="recap-span-4">
            <a:extLst xmlns:a="http://schemas.openxmlformats.org/drawingml/2006/main">
              <a:ext uri="{FF2B5EF4-FFF2-40B4-BE49-F238E27FC236}">
                <a16:creationId xmlns:a16="http://schemas.microsoft.com/office/drawing/2014/main" id="{12CE0D73-CE12-4144-B586-87089A70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319344"/>
            <a:ext cx="577602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01</a:t>
            </a:r>
          </a:p>
        </p:txBody>
      </p:sp>
      <p:sp>
        <p:nvSpPr>
          <p:cNvPr id="6" name="recap-strong-5">
            <a:extLst xmlns:a="http://schemas.openxmlformats.org/drawingml/2006/main">
              <a:ext uri="{FF2B5EF4-FFF2-40B4-BE49-F238E27FC236}">
                <a16:creationId xmlns:a16="http://schemas.microsoft.com/office/drawing/2014/main" id="{9D20178F-E199-41A3-816A-FC869250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2986499"/>
            <a:ext cx="11096476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AI IN REAL ENGINEERING PIPELINES</a:t>
            </a:r>
          </a:p>
        </p:txBody>
      </p:sp>
      <p:sp>
        <p:nvSpPr>
          <p:cNvPr id="7" name="recap-span-6">
            <a:extLst xmlns:a="http://schemas.openxmlformats.org/drawingml/2006/main">
              <a:ext uri="{FF2B5EF4-FFF2-40B4-BE49-F238E27FC236}">
                <a16:creationId xmlns:a16="http://schemas.microsoft.com/office/drawing/2014/main" id="{3D094B73-F691-4589-A7EE-41DF82CA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895732"/>
            <a:ext cx="629096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02</a:t>
            </a:r>
          </a:p>
        </p:txBody>
      </p:sp>
      <p:sp>
        <p:nvSpPr>
          <p:cNvPr id="8" name="recap-strong-7">
            <a:extLst xmlns:a="http://schemas.openxmlformats.org/drawingml/2006/main">
              <a:ext uri="{FF2B5EF4-FFF2-40B4-BE49-F238E27FC236}">
                <a16:creationId xmlns:a16="http://schemas.microsoft.com/office/drawing/2014/main" id="{E91A6B56-C3A7-42FF-B5AF-B65E3732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4562886"/>
            <a:ext cx="10812512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QUALITY, TESTING &amp; REVIEW UNDER</a:t>
            </a:r>
          </a:p>
        </p:txBody>
      </p:sp>
      <p:sp>
        <p:nvSpPr>
          <p:cNvPr id="9" name="recap-strong-8">
            <a:extLst xmlns:a="http://schemas.openxmlformats.org/drawingml/2006/main">
              <a:ext uri="{FF2B5EF4-FFF2-40B4-BE49-F238E27FC236}">
                <a16:creationId xmlns:a16="http://schemas.microsoft.com/office/drawing/2014/main" id="{C9FFFB37-58E2-421D-8F53-8C449F76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5226809"/>
            <a:ext cx="3986808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AUTOMATION</a:t>
            </a:r>
          </a:p>
        </p:txBody>
      </p:sp>
      <p:sp>
        <p:nvSpPr>
          <p:cNvPr id="10" name="recap-span-9">
            <a:extLst xmlns:a="http://schemas.openxmlformats.org/drawingml/2006/main">
              <a:ext uri="{FF2B5EF4-FFF2-40B4-BE49-F238E27FC236}">
                <a16:creationId xmlns:a16="http://schemas.microsoft.com/office/drawing/2014/main" id="{0FA34E13-5D31-4025-9815-66ADEBAB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131577"/>
            <a:ext cx="629692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03</a:t>
            </a:r>
          </a:p>
        </p:txBody>
      </p:sp>
      <p:sp>
        <p:nvSpPr>
          <p:cNvPr id="11" name="recap-strong-10">
            <a:extLst xmlns:a="http://schemas.openxmlformats.org/drawingml/2006/main">
              <a:ext uri="{FF2B5EF4-FFF2-40B4-BE49-F238E27FC236}">
                <a16:creationId xmlns:a16="http://schemas.microsoft.com/office/drawing/2014/main" id="{CC40A8FB-1D95-462F-B5E6-EADD2DCF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6798731"/>
            <a:ext cx="10904934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LEADERSHIP &amp; GOVERNANCE FOR AI</a:t>
            </a:r>
          </a:p>
        </p:txBody>
      </p:sp>
      <p:sp>
        <p:nvSpPr>
          <p:cNvPr id="12" name="recap-strong-11">
            <a:extLst xmlns:a="http://schemas.openxmlformats.org/drawingml/2006/main">
              <a:ext uri="{FF2B5EF4-FFF2-40B4-BE49-F238E27FC236}">
                <a16:creationId xmlns:a16="http://schemas.microsoft.com/office/drawing/2014/main" id="{7AF3693B-5E70-4B8F-ADA6-C7DE7165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7462654"/>
            <a:ext cx="3244453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ADOPTION</a:t>
            </a:r>
          </a:p>
        </p:txBody>
      </p:sp>
      <p:sp>
        <p:nvSpPr>
          <p:cNvPr id="13" name="recap-p-12">
            <a:extLst xmlns:a="http://schemas.openxmlformats.org/drawingml/2006/main">
              <a:ext uri="{FF2B5EF4-FFF2-40B4-BE49-F238E27FC236}">
                <a16:creationId xmlns:a16="http://schemas.microsoft.com/office/drawing/2014/main" id="{E4EE771B-DB95-439D-B63E-915DC8A6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8882146"/>
            <a:ext cx="967635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Industry &amp; academia. Talks, posters &amp; hallway conversations.</a:t>
            </a:r>
          </a:p>
        </p:txBody>
      </p:sp>
      <p:sp>
        <p:nvSpPr>
          <p:cNvPr id="14" name="recap-span-13">
            <a:extLst xmlns:a="http://schemas.openxmlformats.org/drawingml/2006/main">
              <a:ext uri="{FF2B5EF4-FFF2-40B4-BE49-F238E27FC236}">
                <a16:creationId xmlns:a16="http://schemas.microsoft.com/office/drawing/2014/main" id="{127DE627-F90E-41D2-B50B-9A08B3D5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5" name="recap-span-14">
            <a:extLst xmlns:a="http://schemas.openxmlformats.org/drawingml/2006/main">
              <a:ext uri="{FF2B5EF4-FFF2-40B4-BE49-F238E27FC236}">
                <a16:creationId xmlns:a16="http://schemas.microsoft.com/office/drawing/2014/main" id="{EA1401BF-B66F-4089-A6A7-2B211E12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5938" y="9440446"/>
            <a:ext cx="667792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 / 7</a:t>
            </a:r>
          </a:p>
        </p:txBody>
      </p:sp>
    </p:spTree>
    <p:extLst>
      <p:ext uri="{BB962C8B-B14F-4D97-AF65-F5344CB8AC3E}">
        <p14:creationId xmlns:p14="http://schemas.microsoft.com/office/powerpoint/2010/main" val="19121411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54CDD2-0953-4B31-8F9A-BDF583E639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a231915f4454d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C8E58-7E60-45E9-BA9C-F19E2B9BA8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b0208cf754461"/>
          <a:stretch xmlns:a="http://schemas.openxmlformats.org/drawingml/2006/main"/>
        </p:blipFill>
        <p:spPr>
          <a:xfrm xmlns:a="http://schemas.openxmlformats.org/drawingml/2006/main">
            <a:off x="827720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EC3E8-D7B9-445E-B333-17AE644D69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0bbba49d74ef9"/>
          <a:stretch xmlns:a="http://schemas.openxmlformats.org/drawingml/2006/main"/>
        </p:blipFill>
        <p:spPr>
          <a:xfrm xmlns:a="http://schemas.openxmlformats.org/drawingml/2006/main">
            <a:off x="4236033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5F2F8-1410-4109-82B7-5088EC22FB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3b3b6944049e4"/>
          <a:stretch xmlns:a="http://schemas.openxmlformats.org/drawingml/2006/main"/>
        </p:blipFill>
        <p:spPr>
          <a:xfrm xmlns:a="http://schemas.openxmlformats.org/drawingml/2006/main">
            <a:off x="7649077" y="3256062"/>
            <a:ext cx="2989847" cy="1863923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148A0-67A0-42DF-A461-FA90875366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ff6c4f6b24e2e"/>
          <a:stretch xmlns:a="http://schemas.openxmlformats.org/drawingml/2006/main"/>
        </p:blipFill>
        <p:spPr>
          <a:xfrm xmlns:a="http://schemas.openxmlformats.org/drawingml/2006/main">
            <a:off x="11052659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6A5C8-4162-4017-85FC-E1A0EBEA4F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48205e8464aa6"/>
          <a:stretch xmlns:a="http://schemas.openxmlformats.org/drawingml/2006/main"/>
        </p:blipFill>
        <p:spPr>
          <a:xfrm xmlns:a="http://schemas.openxmlformats.org/drawingml/2006/main">
            <a:off x="14460972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C08A4-526A-4E6E-B9D4-42AE6B468C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b86f44bda4416"/>
          <a:stretch xmlns:a="http://schemas.openxmlformats.org/drawingml/2006/main"/>
        </p:blipFill>
        <p:spPr>
          <a:xfrm xmlns:a="http://schemas.openxmlformats.org/drawingml/2006/main">
            <a:off x="827720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5A5D7-1EED-40E1-959C-641E727D92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5ecd3aa124d84"/>
          <a:stretch xmlns:a="http://schemas.openxmlformats.org/drawingml/2006/main"/>
        </p:blipFill>
        <p:spPr>
          <a:xfrm xmlns:a="http://schemas.openxmlformats.org/drawingml/2006/main">
            <a:off x="4236033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6D894-2902-48A1-A21C-ABC3132425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b12f0ce3c4623"/>
          <a:stretch xmlns:a="http://schemas.openxmlformats.org/drawingml/2006/main"/>
        </p:blipFill>
        <p:spPr>
          <a:xfrm xmlns:a="http://schemas.openxmlformats.org/drawingml/2006/main">
            <a:off x="7649077" y="6120408"/>
            <a:ext cx="2989847" cy="1863923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B748C1-7ABE-4762-8A79-985FE3465F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9f0c6e33e24eb7"/>
          <a:stretch xmlns:a="http://schemas.openxmlformats.org/drawingml/2006/main"/>
        </p:blipFill>
        <p:spPr>
          <a:xfrm xmlns:a="http://schemas.openxmlformats.org/drawingml/2006/main">
            <a:off x="11052659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BE4A77-7781-47D0-AEED-422E124940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bae20220145a1"/>
          <a:stretch xmlns:a="http://schemas.openxmlformats.org/drawingml/2006/main"/>
        </p:blipFill>
        <p:spPr>
          <a:xfrm xmlns:a="http://schemas.openxmlformats.org/drawingml/2006/main">
            <a:off x="14460972" y="6120408"/>
            <a:ext cx="2999308" cy="1863923"/>
          </a:xfrm>
          <a:prstGeom xmlns:a="http://schemas.openxmlformats.org/drawingml/2006/main" prst="rect">
            <a:avLst/>
          </a:prstGeom>
        </p:spPr>
      </p:pic>
      <p:sp>
        <p:nvSpPr>
          <p:cNvPr id="12" name="speakers-span-1">
            <a:extLst xmlns:a="http://schemas.openxmlformats.org/drawingml/2006/main">
              <a:ext uri="{FF2B5EF4-FFF2-40B4-BE49-F238E27FC236}">
                <a16:creationId xmlns:a16="http://schemas.microsoft.com/office/drawing/2014/main" id="{DF350AA2-2CF8-4510-B9DB-738C17C3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13" name="speakers-span-2">
            <a:extLst xmlns:a="http://schemas.openxmlformats.org/drawingml/2006/main">
              <a:ext uri="{FF2B5EF4-FFF2-40B4-BE49-F238E27FC236}">
                <a16:creationId xmlns:a16="http://schemas.microsoft.com/office/drawing/2014/main" id="{521D4249-25D4-4540-923C-A706BDA6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14" name="speakers-h1-3">
            <a:extLst xmlns:a="http://schemas.openxmlformats.org/drawingml/2006/main">
              <a:ext uri="{FF2B5EF4-FFF2-40B4-BE49-F238E27FC236}">
                <a16:creationId xmlns:a16="http://schemas.microsoft.com/office/drawing/2014/main" id="{5B84926D-FF13-4DAE-B37E-52A468DC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1831673"/>
            <a:ext cx="10473035" cy="1274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YOU, SPEAKERS</a:t>
            </a:r>
          </a:p>
        </p:txBody>
      </p:sp>
      <p:sp>
        <p:nvSpPr>
          <p:cNvPr id="15" name="speakers-figcaption-4">
            <a:extLst xmlns:a="http://schemas.openxmlformats.org/drawingml/2006/main">
              <a:ext uri="{FF2B5EF4-FFF2-40B4-BE49-F238E27FC236}">
                <a16:creationId xmlns:a16="http://schemas.microsoft.com/office/drawing/2014/main" id="{14DD7F47-B6B6-4831-A917-B63F301F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191562"/>
            <a:ext cx="1710184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Mo Khazali</a:t>
            </a:r>
          </a:p>
        </p:txBody>
      </p:sp>
      <p:sp>
        <p:nvSpPr>
          <p:cNvPr id="16" name="speakers-figcaption-5">
            <a:extLst xmlns:a="http://schemas.openxmlformats.org/drawingml/2006/main">
              <a:ext uri="{FF2B5EF4-FFF2-40B4-BE49-F238E27FC236}">
                <a16:creationId xmlns:a16="http://schemas.microsoft.com/office/drawing/2014/main" id="{AEFE08D2-DEE8-44EC-9776-8B88EC1D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84" y="5191562"/>
            <a:ext cx="261744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Ohans Emmanuel</a:t>
            </a:r>
          </a:p>
        </p:txBody>
      </p:sp>
      <p:sp>
        <p:nvSpPr>
          <p:cNvPr id="17" name="speakers-figcaption-6">
            <a:extLst xmlns:a="http://schemas.openxmlformats.org/drawingml/2006/main">
              <a:ext uri="{FF2B5EF4-FFF2-40B4-BE49-F238E27FC236}">
                <a16:creationId xmlns:a16="http://schemas.microsoft.com/office/drawing/2014/main" id="{F62B661F-6A82-4625-8DDB-25EB85CD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496" y="5191562"/>
            <a:ext cx="2572941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Jenni Kylmäkoski</a:t>
            </a:r>
          </a:p>
        </p:txBody>
      </p:sp>
      <p:sp>
        <p:nvSpPr>
          <p:cNvPr id="18" name="speakers-figcaption-7">
            <a:extLst xmlns:a="http://schemas.openxmlformats.org/drawingml/2006/main">
              <a:ext uri="{FF2B5EF4-FFF2-40B4-BE49-F238E27FC236}">
                <a16:creationId xmlns:a16="http://schemas.microsoft.com/office/drawing/2014/main" id="{EFC69D9A-E66E-4DD5-8472-746C0153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5191562"/>
            <a:ext cx="2238077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Dr Muhammad</a:t>
            </a:r>
          </a:p>
        </p:txBody>
      </p:sp>
      <p:sp>
        <p:nvSpPr>
          <p:cNvPr id="19" name="speakers-figcaption-8">
            <a:extLst xmlns:a="http://schemas.openxmlformats.org/drawingml/2006/main">
              <a:ext uri="{FF2B5EF4-FFF2-40B4-BE49-F238E27FC236}">
                <a16:creationId xmlns:a16="http://schemas.microsoft.com/office/drawing/2014/main" id="{A8B165DD-4024-4795-B169-07DEF0CB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5488028"/>
            <a:ext cx="1381571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Waseem</a:t>
            </a:r>
          </a:p>
        </p:txBody>
      </p:sp>
      <p:sp>
        <p:nvSpPr>
          <p:cNvPr id="20" name="speakers-figcaption-9">
            <a:extLst xmlns:a="http://schemas.openxmlformats.org/drawingml/2006/main">
              <a:ext uri="{FF2B5EF4-FFF2-40B4-BE49-F238E27FC236}">
                <a16:creationId xmlns:a16="http://schemas.microsoft.com/office/drawing/2014/main" id="{6D2AB994-E8DD-40F7-80C1-459DE8D6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6122" y="5191562"/>
            <a:ext cx="247010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Tapio Pitkäranta</a:t>
            </a:r>
          </a:p>
        </p:txBody>
      </p:sp>
      <p:sp>
        <p:nvSpPr>
          <p:cNvPr id="21" name="speakers-figcaption-10">
            <a:extLst xmlns:a="http://schemas.openxmlformats.org/drawingml/2006/main">
              <a:ext uri="{FF2B5EF4-FFF2-40B4-BE49-F238E27FC236}">
                <a16:creationId xmlns:a16="http://schemas.microsoft.com/office/drawing/2014/main" id="{068E11AE-B22B-4479-82F8-FB232A8F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8055908"/>
            <a:ext cx="1831032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Joongi Shin</a:t>
            </a:r>
          </a:p>
        </p:txBody>
      </p:sp>
      <p:sp>
        <p:nvSpPr>
          <p:cNvPr id="22" name="speakers-figcaption-11">
            <a:extLst xmlns:a="http://schemas.openxmlformats.org/drawingml/2006/main">
              <a:ext uri="{FF2B5EF4-FFF2-40B4-BE49-F238E27FC236}">
                <a16:creationId xmlns:a16="http://schemas.microsoft.com/office/drawing/2014/main" id="{00DF2C72-F8CA-41FB-BF69-4B3D505B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84" y="8055908"/>
            <a:ext cx="1983284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Jussi Hacklin</a:t>
            </a:r>
          </a:p>
        </p:txBody>
      </p:sp>
      <p:sp>
        <p:nvSpPr>
          <p:cNvPr id="23" name="speakers-figcaption-12">
            <a:extLst xmlns:a="http://schemas.openxmlformats.org/drawingml/2006/main">
              <a:ext uri="{FF2B5EF4-FFF2-40B4-BE49-F238E27FC236}">
                <a16:creationId xmlns:a16="http://schemas.microsoft.com/office/drawing/2014/main" id="{38D2578D-4417-4C67-BB08-4FF74C19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496" y="8055908"/>
            <a:ext cx="2838748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Viljami Kuosmanen</a:t>
            </a:r>
          </a:p>
        </p:txBody>
      </p:sp>
      <p:sp>
        <p:nvSpPr>
          <p:cNvPr id="24" name="speakers-figcaption-13">
            <a:extLst xmlns:a="http://schemas.openxmlformats.org/drawingml/2006/main">
              <a:ext uri="{FF2B5EF4-FFF2-40B4-BE49-F238E27FC236}">
                <a16:creationId xmlns:a16="http://schemas.microsoft.com/office/drawing/2014/main" id="{0F99577E-B22E-428F-9D2B-140B8789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8055908"/>
            <a:ext cx="2187625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Sini Tistelgrén</a:t>
            </a:r>
          </a:p>
        </p:txBody>
      </p:sp>
      <p:sp>
        <p:nvSpPr>
          <p:cNvPr id="25" name="speakers-figcaption-14">
            <a:extLst xmlns:a="http://schemas.openxmlformats.org/drawingml/2006/main">
              <a:ext uri="{FF2B5EF4-FFF2-40B4-BE49-F238E27FC236}">
                <a16:creationId xmlns:a16="http://schemas.microsoft.com/office/drawing/2014/main" id="{E1006AC2-18A6-4C6F-A7C8-70AD732E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6122" y="8055908"/>
            <a:ext cx="1384697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Zak Allal</a:t>
            </a:r>
          </a:p>
        </p:txBody>
      </p:sp>
      <p:sp>
        <p:nvSpPr>
          <p:cNvPr id="26" name="speakers-span-15">
            <a:extLst xmlns:a="http://schemas.openxmlformats.org/drawingml/2006/main">
              <a:ext uri="{FF2B5EF4-FFF2-40B4-BE49-F238E27FC236}">
                <a16:creationId xmlns:a16="http://schemas.microsoft.com/office/drawing/2014/main" id="{66FC5799-8435-443B-815B-0926A361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27" name="speakers-span-16">
            <a:extLst xmlns:a="http://schemas.openxmlformats.org/drawingml/2006/main">
              <a:ext uri="{FF2B5EF4-FFF2-40B4-BE49-F238E27FC236}">
                <a16:creationId xmlns:a16="http://schemas.microsoft.com/office/drawing/2014/main" id="{ACEB577C-E79F-4E9D-A8B5-AA6731D4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5250" y="9440446"/>
            <a:ext cx="688479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2 / 7</a:t>
            </a:r>
          </a:p>
        </p:txBody>
      </p:sp>
    </p:spTree>
    <p:extLst>
      <p:ext uri="{BB962C8B-B14F-4D97-AF65-F5344CB8AC3E}">
        <p14:creationId xmlns:p14="http://schemas.microsoft.com/office/powerpoint/2010/main" val="1860672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7F6ABC-1A7A-4378-928C-4BCA9C1D9E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c209940d64489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1CEFB-908A-42C2-95DC-4D41387BC2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b9fdb53bb34b64"/>
          <a:stretch xmlns:a="http://schemas.openxmlformats.org/drawingml/2006/main"/>
        </p:blipFill>
        <p:spPr>
          <a:xfrm xmlns:a="http://schemas.openxmlformats.org/drawingml/2006/main">
            <a:off x="984578" y="4166592"/>
            <a:ext cx="7664934" cy="1897261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53218-0FC1-4594-8C03-D568B7EE0B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aa08b36a5418b"/>
          <a:stretch xmlns:a="http://schemas.openxmlformats.org/drawingml/2006/main"/>
        </p:blipFill>
        <p:spPr>
          <a:xfrm xmlns:a="http://schemas.openxmlformats.org/drawingml/2006/main">
            <a:off x="9691072" y="4216450"/>
            <a:ext cx="3448984" cy="582662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AC6A0-69AB-4850-948A-7439DCDD45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f9a86b1524739"/>
          <a:stretch xmlns:a="http://schemas.openxmlformats.org/drawingml/2006/main"/>
        </p:blipFill>
        <p:spPr>
          <a:xfrm xmlns:a="http://schemas.openxmlformats.org/drawingml/2006/main">
            <a:off x="13806255" y="4216450"/>
            <a:ext cx="3439586" cy="582662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033CE-9372-4A6A-A873-494B21E8E3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cd89164484fb2"/>
          <a:stretch xmlns:a="http://schemas.openxmlformats.org/drawingml/2006/main"/>
        </p:blipFill>
        <p:spPr>
          <a:xfrm xmlns:a="http://schemas.openxmlformats.org/drawingml/2006/main">
            <a:off x="9691072" y="5431185"/>
            <a:ext cx="3448984" cy="582662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0D2B2-948F-4CE3-9D4B-4A4E4F66F2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768837688540d6"/>
          <a:stretch xmlns:a="http://schemas.openxmlformats.org/drawingml/2006/main"/>
        </p:blipFill>
        <p:spPr>
          <a:xfrm xmlns:a="http://schemas.openxmlformats.org/drawingml/2006/main">
            <a:off x="13806255" y="5431185"/>
            <a:ext cx="3439586" cy="582662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5E0D1-37E6-4792-84B4-1392BC8D84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abac84d4a4c48"/>
          <a:stretch xmlns:a="http://schemas.openxmlformats.org/drawingml/2006/main"/>
        </p:blipFill>
        <p:spPr>
          <a:xfrm xmlns:a="http://schemas.openxmlformats.org/drawingml/2006/main">
            <a:off x="1049111" y="7178576"/>
            <a:ext cx="3375230" cy="682526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8DBA02-FCA6-4617-8C3A-5579DEF3EB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f5654fcfe4f49"/>
          <a:stretch xmlns:a="http://schemas.openxmlformats.org/drawingml/2006/main"/>
        </p:blipFill>
        <p:spPr>
          <a:xfrm xmlns:a="http://schemas.openxmlformats.org/drawingml/2006/main">
            <a:off x="9607694" y="7095381"/>
            <a:ext cx="1735146" cy="848916"/>
          </a:xfrm>
          <a:prstGeom xmlns:a="http://schemas.openxmlformats.org/drawingml/2006/main" prst="rect">
            <a:avLst/>
          </a:prstGeom>
        </p:spPr>
      </p:pic>
      <p:sp>
        <p:nvSpPr>
          <p:cNvPr id="9" name="sponsors-span-1">
            <a:extLst xmlns:a="http://schemas.openxmlformats.org/drawingml/2006/main">
              <a:ext uri="{FF2B5EF4-FFF2-40B4-BE49-F238E27FC236}">
                <a16:creationId xmlns:a16="http://schemas.microsoft.com/office/drawing/2014/main" id="{0777B4EB-1834-49DC-A46F-3FC21CE2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10" name="sponsors-span-2">
            <a:extLst xmlns:a="http://schemas.openxmlformats.org/drawingml/2006/main">
              <a:ext uri="{FF2B5EF4-FFF2-40B4-BE49-F238E27FC236}">
                <a16:creationId xmlns:a16="http://schemas.microsoft.com/office/drawing/2014/main" id="{03605D3E-D261-4766-8BDB-CCDBAFAB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11" name="sponsors-h1-3">
            <a:extLst xmlns:a="http://schemas.openxmlformats.org/drawingml/2006/main">
              <a:ext uri="{FF2B5EF4-FFF2-40B4-BE49-F238E27FC236}">
                <a16:creationId xmlns:a16="http://schemas.microsoft.com/office/drawing/2014/main" id="{61B014AC-CCDA-494A-84CF-4A2D65F1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159839"/>
            <a:ext cx="10568583" cy="1274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YOU, SPONSORS</a:t>
            </a:r>
          </a:p>
        </p:txBody>
      </p:sp>
      <p:sp>
        <p:nvSpPr>
          <p:cNvPr id="12" name="sponsors-h2-4">
            <a:extLst xmlns:a="http://schemas.openxmlformats.org/drawingml/2006/main">
              <a:ext uri="{FF2B5EF4-FFF2-40B4-BE49-F238E27FC236}">
                <a16:creationId xmlns:a16="http://schemas.microsoft.com/office/drawing/2014/main" id="{D6C92E39-088E-464D-A560-32D5B48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603596"/>
            <a:ext cx="1761381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EPIC SPONSOR</a:t>
            </a:r>
          </a:p>
        </p:txBody>
      </p:sp>
      <p:sp>
        <p:nvSpPr>
          <p:cNvPr id="13" name="sponsors-h2-5">
            <a:extLst xmlns:a="http://schemas.openxmlformats.org/drawingml/2006/main">
              <a:ext uri="{FF2B5EF4-FFF2-40B4-BE49-F238E27FC236}">
                <a16:creationId xmlns:a16="http://schemas.microsoft.com/office/drawing/2014/main" id="{91D5BF1F-867C-4A82-9DB5-AB320343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3603596"/>
            <a:ext cx="1956197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TECH SPONSORS</a:t>
            </a:r>
          </a:p>
        </p:txBody>
      </p:sp>
      <p:sp>
        <p:nvSpPr>
          <p:cNvPr id="14" name="sponsors-h2-6">
            <a:extLst xmlns:a="http://schemas.openxmlformats.org/drawingml/2006/main">
              <a:ext uri="{FF2B5EF4-FFF2-40B4-BE49-F238E27FC236}">
                <a16:creationId xmlns:a16="http://schemas.microsoft.com/office/drawing/2014/main" id="{FD13F0AF-0436-4AB2-BF4B-10568876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565722"/>
            <a:ext cx="2042220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BRAND SPONSOR</a:t>
            </a:r>
          </a:p>
        </p:txBody>
      </p:sp>
      <p:sp>
        <p:nvSpPr>
          <p:cNvPr id="15" name="sponsors-h2-7">
            <a:extLst xmlns:a="http://schemas.openxmlformats.org/drawingml/2006/main">
              <a:ext uri="{FF2B5EF4-FFF2-40B4-BE49-F238E27FC236}">
                <a16:creationId xmlns:a16="http://schemas.microsoft.com/office/drawing/2014/main" id="{23A339A1-BF7B-4E0E-8E98-357A19DB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6565722"/>
            <a:ext cx="2335857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LOCATION SPONSOR</a:t>
            </a:r>
          </a:p>
        </p:txBody>
      </p:sp>
      <p:sp>
        <p:nvSpPr>
          <p:cNvPr id="16" name="sponsors-span-8">
            <a:extLst xmlns:a="http://schemas.openxmlformats.org/drawingml/2006/main">
              <a:ext uri="{FF2B5EF4-FFF2-40B4-BE49-F238E27FC236}">
                <a16:creationId xmlns:a16="http://schemas.microsoft.com/office/drawing/2014/main" id="{C632E479-7460-43A1-9542-00CCD90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7" name="sponsors-span-9">
            <a:extLst xmlns:a="http://schemas.openxmlformats.org/drawingml/2006/main">
              <a:ext uri="{FF2B5EF4-FFF2-40B4-BE49-F238E27FC236}">
                <a16:creationId xmlns:a16="http://schemas.microsoft.com/office/drawing/2014/main" id="{CF2E5992-6193-40A7-B716-D4EAEDF4F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9297" y="9440446"/>
            <a:ext cx="694432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3 / 7</a:t>
            </a:r>
          </a:p>
        </p:txBody>
      </p:sp>
    </p:spTree>
    <p:extLst>
      <p:ext uri="{BB962C8B-B14F-4D97-AF65-F5344CB8AC3E}">
        <p14:creationId xmlns:p14="http://schemas.microsoft.com/office/powerpoint/2010/main" val="14114272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76C54-F79D-42BE-AF98-659FC93163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9c3af8bcb4415e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crew-span-1">
            <a:extLst xmlns:a="http://schemas.openxmlformats.org/drawingml/2006/main">
              <a:ext uri="{FF2B5EF4-FFF2-40B4-BE49-F238E27FC236}">
                <a16:creationId xmlns:a16="http://schemas.microsoft.com/office/drawing/2014/main" id="{3D53995D-69B3-4F43-AE9E-A5353C4C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crew-span-2">
            <a:extLst xmlns:a="http://schemas.openxmlformats.org/drawingml/2006/main">
              <a:ext uri="{FF2B5EF4-FFF2-40B4-BE49-F238E27FC236}">
                <a16:creationId xmlns:a16="http://schemas.microsoft.com/office/drawing/2014/main" id="{E58E2DA0-8447-47C3-940F-AECCAED8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crew-p-3">
            <a:extLst xmlns:a="http://schemas.openxmlformats.org/drawingml/2006/main">
              <a:ext uri="{FF2B5EF4-FFF2-40B4-BE49-F238E27FC236}">
                <a16:creationId xmlns:a16="http://schemas.microsoft.com/office/drawing/2014/main" id="{9F25EC20-344C-4C56-B0EB-77229A0C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334303"/>
            <a:ext cx="3963442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BEHIND THE SCENES</a:t>
            </a:r>
          </a:p>
        </p:txBody>
      </p:sp>
      <p:sp>
        <p:nvSpPr>
          <p:cNvPr id="5" name="crew-h1-4">
            <a:extLst xmlns:a="http://schemas.openxmlformats.org/drawingml/2006/main">
              <a:ext uri="{FF2B5EF4-FFF2-40B4-BE49-F238E27FC236}">
                <a16:creationId xmlns:a16="http://schemas.microsoft.com/office/drawing/2014/main" id="{1DBBE904-804E-4200-BAAA-B71CC56C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756697"/>
            <a:ext cx="9809411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YOU,</a:t>
            </a:r>
          </a:p>
        </p:txBody>
      </p:sp>
      <p:sp>
        <p:nvSpPr>
          <p:cNvPr id="6" name="crew-h1-5">
            <a:extLst xmlns:a="http://schemas.openxmlformats.org/drawingml/2006/main">
              <a:ext uri="{FF2B5EF4-FFF2-40B4-BE49-F238E27FC236}">
                <a16:creationId xmlns:a16="http://schemas.microsoft.com/office/drawing/2014/main" id="{2528CDAF-D308-4B09-8B0D-31A24EBC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364190"/>
            <a:ext cx="10721578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ORGANIZERS</a:t>
            </a:r>
          </a:p>
        </p:txBody>
      </p:sp>
      <p:sp>
        <p:nvSpPr>
          <p:cNvPr id="7" name="crew-p-6">
            <a:extLst xmlns:a="http://schemas.openxmlformats.org/drawingml/2006/main">
              <a:ext uri="{FF2B5EF4-FFF2-40B4-BE49-F238E27FC236}">
                <a16:creationId xmlns:a16="http://schemas.microsoft.com/office/drawing/2014/main" id="{B18DFA0B-91C0-4DF4-90BC-2969DC4B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602539"/>
            <a:ext cx="8480078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Our volunteers &amp; the Marsio team.</a:t>
            </a:r>
          </a:p>
        </p:txBody>
      </p:sp>
      <p:sp>
        <p:nvSpPr>
          <p:cNvPr id="8" name="crew-p-7">
            <a:extLst xmlns:a="http://schemas.openxmlformats.org/drawingml/2006/main">
              <a:ext uri="{FF2B5EF4-FFF2-40B4-BE49-F238E27FC236}">
                <a16:creationId xmlns:a16="http://schemas.microsoft.com/office/drawing/2014/main" id="{7F075FF8-DCD0-42A3-A3A4-0AC7C1D9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584067"/>
            <a:ext cx="4734223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For making the day possible.</a:t>
            </a:r>
          </a:p>
        </p:txBody>
      </p:sp>
      <p:sp>
        <p:nvSpPr>
          <p:cNvPr id="9" name="crew-span-8">
            <a:extLst xmlns:a="http://schemas.openxmlformats.org/drawingml/2006/main">
              <a:ext uri="{FF2B5EF4-FFF2-40B4-BE49-F238E27FC236}">
                <a16:creationId xmlns:a16="http://schemas.microsoft.com/office/drawing/2014/main" id="{58D04BF3-71D8-4E9F-A7F1-A2163D27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0" name="crew-span-9">
            <a:extLst xmlns:a="http://schemas.openxmlformats.org/drawingml/2006/main">
              <a:ext uri="{FF2B5EF4-FFF2-40B4-BE49-F238E27FC236}">
                <a16:creationId xmlns:a16="http://schemas.microsoft.com/office/drawing/2014/main" id="{FF26B93E-D345-4496-AD37-BB010271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0934" y="9440446"/>
            <a:ext cx="692795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4 / 7</a:t>
            </a:r>
          </a:p>
        </p:txBody>
      </p:sp>
    </p:spTree>
    <p:extLst>
      <p:ext uri="{BB962C8B-B14F-4D97-AF65-F5344CB8AC3E}">
        <p14:creationId xmlns:p14="http://schemas.microsoft.com/office/powerpoint/2010/main" val="7366135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E3E8FD-2202-458E-A4B3-9D5BD5902B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af48bf4f444c3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attendees-span-1">
            <a:extLst xmlns:a="http://schemas.openxmlformats.org/drawingml/2006/main">
              <a:ext uri="{FF2B5EF4-FFF2-40B4-BE49-F238E27FC236}">
                <a16:creationId xmlns:a16="http://schemas.microsoft.com/office/drawing/2014/main" id="{CAAA94F0-F548-4433-9AA4-8EF303B3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attendees-span-2">
            <a:extLst xmlns:a="http://schemas.openxmlformats.org/drawingml/2006/main">
              <a:ext uri="{FF2B5EF4-FFF2-40B4-BE49-F238E27FC236}">
                <a16:creationId xmlns:a16="http://schemas.microsoft.com/office/drawing/2014/main" id="{22F049A3-BCD4-4BB2-90B2-B66E5A61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attendees-p-3">
            <a:extLst xmlns:a="http://schemas.openxmlformats.org/drawingml/2006/main">
              <a:ext uri="{FF2B5EF4-FFF2-40B4-BE49-F238E27FC236}">
                <a16:creationId xmlns:a16="http://schemas.microsoft.com/office/drawing/2014/main" id="{A05E67CD-7662-44F3-BE44-113B895C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725275"/>
            <a:ext cx="581813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TO EVERYONE WHO JOINED US</a:t>
            </a:r>
          </a:p>
        </p:txBody>
      </p:sp>
      <p:sp>
        <p:nvSpPr>
          <p:cNvPr id="5" name="attendees-h1-4">
            <a:extLst xmlns:a="http://schemas.openxmlformats.org/drawingml/2006/main">
              <a:ext uri="{FF2B5EF4-FFF2-40B4-BE49-F238E27FC236}">
                <a16:creationId xmlns:a16="http://schemas.microsoft.com/office/drawing/2014/main" id="{1ADD1638-2713-45C4-9A9D-4C3B9A33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147668"/>
            <a:ext cx="9281815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</a:t>
            </a:r>
          </a:p>
        </p:txBody>
      </p:sp>
      <p:sp>
        <p:nvSpPr>
          <p:cNvPr id="6" name="attendees-h1-5">
            <a:extLst xmlns:a="http://schemas.openxmlformats.org/drawingml/2006/main">
              <a:ext uri="{FF2B5EF4-FFF2-40B4-BE49-F238E27FC236}">
                <a16:creationId xmlns:a16="http://schemas.microsoft.com/office/drawing/2014/main" id="{5B494E6C-F044-49AF-9B0F-BADB0373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755161"/>
            <a:ext cx="14464457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FOR BEING HERE.</a:t>
            </a:r>
          </a:p>
        </p:txBody>
      </p:sp>
      <p:sp>
        <p:nvSpPr>
          <p:cNvPr id="7" name="attendees-p-6">
            <a:extLst xmlns:a="http://schemas.openxmlformats.org/drawingml/2006/main">
              <a:ext uri="{FF2B5EF4-FFF2-40B4-BE49-F238E27FC236}">
                <a16:creationId xmlns:a16="http://schemas.microsoft.com/office/drawing/2014/main" id="{9D1A5C17-A646-4FC1-A14E-041E29C6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993511"/>
            <a:ext cx="11081593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For your questions, posters &amp; conversations.</a:t>
            </a:r>
          </a:p>
        </p:txBody>
      </p:sp>
      <p:sp>
        <p:nvSpPr>
          <p:cNvPr id="8" name="attendees-span-7">
            <a:extLst xmlns:a="http://schemas.openxmlformats.org/drawingml/2006/main">
              <a:ext uri="{FF2B5EF4-FFF2-40B4-BE49-F238E27FC236}">
                <a16:creationId xmlns:a16="http://schemas.microsoft.com/office/drawing/2014/main" id="{78A189EC-70F9-48E1-95C4-D76DFB61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9" name="attendees-span-8">
            <a:extLst xmlns:a="http://schemas.openxmlformats.org/drawingml/2006/main">
              <a:ext uri="{FF2B5EF4-FFF2-40B4-BE49-F238E27FC236}">
                <a16:creationId xmlns:a16="http://schemas.microsoft.com/office/drawing/2014/main" id="{233039B4-DC01-4ED0-9526-26130155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1976" y="9440446"/>
            <a:ext cx="691753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5 / 7</a:t>
            </a:r>
          </a:p>
        </p:txBody>
      </p:sp>
    </p:spTree>
    <p:extLst>
      <p:ext uri="{BB962C8B-B14F-4D97-AF65-F5344CB8AC3E}">
        <p14:creationId xmlns:p14="http://schemas.microsoft.com/office/powerpoint/2010/main" val="6815963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D8B73-94E0-45B5-ACBE-EBA69C82E0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91c26afb24479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group-photo-span-1">
            <a:extLst xmlns:a="http://schemas.openxmlformats.org/drawingml/2006/main">
              <a:ext uri="{FF2B5EF4-FFF2-40B4-BE49-F238E27FC236}">
                <a16:creationId xmlns:a16="http://schemas.microsoft.com/office/drawing/2014/main" id="{B3240F7E-56C7-4CA3-B2C5-3A5D85EB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group-photo-span-2">
            <a:extLst xmlns:a="http://schemas.openxmlformats.org/drawingml/2006/main">
              <a:ext uri="{FF2B5EF4-FFF2-40B4-BE49-F238E27FC236}">
                <a16:creationId xmlns:a16="http://schemas.microsoft.com/office/drawing/2014/main" id="{08DB6E29-8064-4ED4-9D96-523EBF4B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group-photo-h1-3">
            <a:extLst xmlns:a="http://schemas.openxmlformats.org/drawingml/2006/main">
              <a:ext uri="{FF2B5EF4-FFF2-40B4-BE49-F238E27FC236}">
                <a16:creationId xmlns:a16="http://schemas.microsoft.com/office/drawing/2014/main" id="{DD9EE2E7-7447-4953-ACA4-94786654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4903" y="6554120"/>
            <a:ext cx="8166795" cy="1625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GROUP PHOTO</a:t>
            </a:r>
          </a:p>
        </p:txBody>
      </p:sp>
      <p:sp>
        <p:nvSpPr>
          <p:cNvPr id="5" name="group-photo-span-4">
            <a:extLst xmlns:a="http://schemas.openxmlformats.org/drawingml/2006/main">
              <a:ext uri="{FF2B5EF4-FFF2-40B4-BE49-F238E27FC236}">
                <a16:creationId xmlns:a16="http://schemas.microsoft.com/office/drawing/2014/main" id="{D451F15C-EA40-47F0-88D9-BB50F37B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6" name="group-photo-span-5">
            <a:extLst xmlns:a="http://schemas.openxmlformats.org/drawingml/2006/main">
              <a:ext uri="{FF2B5EF4-FFF2-40B4-BE49-F238E27FC236}">
                <a16:creationId xmlns:a16="http://schemas.microsoft.com/office/drawing/2014/main" id="{3DD3534B-F7F8-408E-8720-79B6564E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6916" y="9440446"/>
            <a:ext cx="696813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6 / 7</a:t>
            </a:r>
          </a:p>
        </p:txBody>
      </p:sp>
    </p:spTree>
    <p:extLst>
      <p:ext uri="{BB962C8B-B14F-4D97-AF65-F5344CB8AC3E}">
        <p14:creationId xmlns:p14="http://schemas.microsoft.com/office/powerpoint/2010/main" val="19916106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13EC08-9550-49CE-A5A1-FB4AF4A81A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fa50aeff94aa7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3B6FB-8880-4143-8556-B92D316F28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2488cdc894272"/>
          <a:stretch xmlns:a="http://schemas.openxmlformats.org/drawingml/2006/main"/>
        </p:blipFill>
        <p:spPr>
          <a:xfrm xmlns:a="http://schemas.openxmlformats.org/drawingml/2006/main">
            <a:off x="824441" y="2701230"/>
            <a:ext cx="6019635" cy="4992588"/>
          </a:xfrm>
          <a:prstGeom xmlns:a="http://schemas.openxmlformats.org/drawingml/2006/main" prst="rect">
            <a:avLst/>
          </a:prstGeom>
        </p:spPr>
      </p:pic>
      <p:sp>
        <p:nvSpPr>
          <p:cNvPr id="3" name="afterparty-span-1">
            <a:extLst xmlns:a="http://schemas.openxmlformats.org/drawingml/2006/main">
              <a:ext uri="{FF2B5EF4-FFF2-40B4-BE49-F238E27FC236}">
                <a16:creationId xmlns:a16="http://schemas.microsoft.com/office/drawing/2014/main" id="{0FC8A857-745D-483B-B609-C40D5741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4" name="afterparty-span-2">
            <a:extLst xmlns:a="http://schemas.openxmlformats.org/drawingml/2006/main">
              <a:ext uri="{FF2B5EF4-FFF2-40B4-BE49-F238E27FC236}">
                <a16:creationId xmlns:a16="http://schemas.microsoft.com/office/drawing/2014/main" id="{8288761D-CD51-499F-ABCB-57737026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5" name="afterparty-h1-3">
            <a:extLst xmlns:a="http://schemas.openxmlformats.org/drawingml/2006/main">
              <a:ext uri="{FF2B5EF4-FFF2-40B4-BE49-F238E27FC236}">
                <a16:creationId xmlns:a16="http://schemas.microsoft.com/office/drawing/2014/main" id="{0405FB43-27E4-46D4-8F54-E2E546F1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45" y="3416941"/>
            <a:ext cx="8434239" cy="1845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00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100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100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AFTERPARTY</a:t>
            </a:r>
          </a:p>
        </p:txBody>
      </p:sp>
      <p:sp>
        <p:nvSpPr>
          <p:cNvPr id="6" name="afterparty-p-4">
            <a:extLst xmlns:a="http://schemas.openxmlformats.org/drawingml/2006/main">
              <a:ext uri="{FF2B5EF4-FFF2-40B4-BE49-F238E27FC236}">
                <a16:creationId xmlns:a16="http://schemas.microsoft.com/office/drawing/2014/main" id="{0AD068A4-9685-48D8-8F90-F85BA8A0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45" y="5376195"/>
            <a:ext cx="5219700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Right here at Marsio.</a:t>
            </a:r>
          </a:p>
        </p:txBody>
      </p:sp>
      <p:sp>
        <p:nvSpPr>
          <p:cNvPr id="7" name="afterparty-p-5">
            <a:extLst xmlns:a="http://schemas.openxmlformats.org/drawingml/2006/main">
              <a:ext uri="{FF2B5EF4-FFF2-40B4-BE49-F238E27FC236}">
                <a16:creationId xmlns:a16="http://schemas.microsoft.com/office/drawing/2014/main" id="{FE747769-F11F-44DB-BACB-9C7BA51F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45" y="6274528"/>
            <a:ext cx="2068116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17:15-21:00</a:t>
            </a:r>
          </a:p>
        </p:txBody>
      </p:sp>
      <p:sp>
        <p:nvSpPr>
          <p:cNvPr id="8" name="afterparty-span-6">
            <a:extLst xmlns:a="http://schemas.openxmlformats.org/drawingml/2006/main">
              <a:ext uri="{FF2B5EF4-FFF2-40B4-BE49-F238E27FC236}">
                <a16:creationId xmlns:a16="http://schemas.microsoft.com/office/drawing/2014/main" id="{F3C37A0B-3CF2-483C-B39C-D7FE6948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9" name="afterparty-span-7">
            <a:extLst xmlns:a="http://schemas.openxmlformats.org/drawingml/2006/main">
              <a:ext uri="{FF2B5EF4-FFF2-40B4-BE49-F238E27FC236}">
                <a16:creationId xmlns:a16="http://schemas.microsoft.com/office/drawing/2014/main" id="{BFB05592-0AD9-400D-B4CF-D38442F8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9000" y="9440446"/>
            <a:ext cx="694730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7 / 7</a:t>
            </a:r>
          </a:p>
        </p:txBody>
      </p:sp>
    </p:spTree>
    <p:extLst>
      <p:ext uri="{BB962C8B-B14F-4D97-AF65-F5344CB8AC3E}">
        <p14:creationId xmlns:p14="http://schemas.microsoft.com/office/powerpoint/2010/main" val="15087239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2026-10-12T11:50:52.2170000Z</dcterms:created>
  <dcterms:modified xsi:type="dcterms:W3CDTF">2026-10-12T11:50:52.2170000Z</dcterms:modified>
</coreProperties>
</file>