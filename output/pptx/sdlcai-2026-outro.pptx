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289040f34455d" /><Relationship Type="http://schemas.openxmlformats.org/officeDocument/2006/relationships/extended-properties" Target="/docProps/app.xml" Id="R089fffd90b974960" /><Relationship Type="http://schemas.openxmlformats.org/officeDocument/2006/relationships/officeDocument" Target="/ppt/presentation.xml" Id="Reb53bd8adbf2436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a68ce765bab46c1"/>
  </p:sldMasterIdLst>
  <p:notesMasterIdLst>
    <p:notesMasterId xmlns:r="http://schemas.openxmlformats.org/officeDocument/2006/relationships" r:id="R7b61e71c38d1451f"/>
  </p:notesMasterIdLst>
  <p:sldIdLst>
    <p:sldId xmlns:r="http://schemas.openxmlformats.org/officeDocument/2006/relationships" id="256" r:id="R184f5fcfcd0a4129"/>
    <p:sldId xmlns:r="http://schemas.openxmlformats.org/officeDocument/2006/relationships" id="257" r:id="R8a78fb2e5d0b4773"/>
    <p:sldId xmlns:r="http://schemas.openxmlformats.org/officeDocument/2006/relationships" id="258" r:id="Re7645d078fbc4f33"/>
    <p:sldId xmlns:r="http://schemas.openxmlformats.org/officeDocument/2006/relationships" id="259" r:id="R194529e1b5e34d9f"/>
    <p:sldId xmlns:r="http://schemas.openxmlformats.org/officeDocument/2006/relationships" id="260" r:id="R345b5af4046e467c"/>
    <p:sldId xmlns:r="http://schemas.openxmlformats.org/officeDocument/2006/relationships" id="261" r:id="Rbe564991cc13454c"/>
    <p:sldId xmlns:r="http://schemas.openxmlformats.org/officeDocument/2006/relationships" id="262" r:id="R8c7f6c363c39410b"/>
    <p:sldId xmlns:r="http://schemas.openxmlformats.org/officeDocument/2006/relationships" id="263" r:id="R476885d860d543d3"/>
  </p:sldIdLst>
  <p:sldSz cx="18288000" cy="10287000"/>
  <p:notesSz cx="6858000" cy="9144000"/>
  <p:embeddedFontLst>
    <p:embeddedFont>
      <p:font typeface="Finlandica Headline"/>
      <p:bold xmlns:ns1="http://schemas.openxmlformats.org/officeDocument/2006/relationships" ns1:id="rIdEmbedded-headline-bold"/>
    </p:embeddedFont>
    <p:embeddedFont>
      <p:font typeface="Finlandica Text"/>
      <p:regular xmlns:ns2="http://schemas.openxmlformats.org/officeDocument/2006/relationships" ns2:id="rIdEmbedded-text-regular"/>
      <p:bold xmlns:ns3="http://schemas.openxmlformats.org/officeDocument/2006/relationships" ns3:id="rIdEmbedded-text-bol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6684876b793f401f"/><Relationship Type="http://schemas.openxmlformats.org/officeDocument/2006/relationships/slideMaster" Target="/ppt/slideMasters/slideMaster1.xml" Id="R8a68ce765bab46c1"/><Relationship Type="http://schemas.openxmlformats.org/officeDocument/2006/relationships/notesMaster" Target="/ppt/notesMasters/notesMaster1.xml" Id="R7b61e71c38d1451f"/><Relationship Type="http://schemas.openxmlformats.org/officeDocument/2006/relationships/presProps" Target="/ppt/presProps.xml" Id="Rf04b7dcb41024303"/><Relationship Type="http://schemas.openxmlformats.org/officeDocument/2006/relationships/tableStyles" Target="/ppt/tableStyles.xml" Id="Rfc27a9814a0b4355"/><Relationship Type="http://schemas.openxmlformats.org/officeDocument/2006/relationships/slide" Target="/ppt/slides/slide1.xml" Id="R184f5fcfcd0a4129"/><Relationship Type="http://schemas.openxmlformats.org/officeDocument/2006/relationships/slide" Target="/ppt/slides/slide2.xml" Id="R8a78fb2e5d0b4773"/><Relationship Type="http://schemas.openxmlformats.org/officeDocument/2006/relationships/slide" Target="/ppt/slides/slide3.xml" Id="Re7645d078fbc4f33"/><Relationship Type="http://schemas.openxmlformats.org/officeDocument/2006/relationships/slide" Target="/ppt/slides/slide4.xml" Id="R194529e1b5e34d9f"/><Relationship Type="http://schemas.openxmlformats.org/officeDocument/2006/relationships/slide" Target="/ppt/slides/slide5.xml" Id="R345b5af4046e467c"/><Relationship Type="http://schemas.openxmlformats.org/officeDocument/2006/relationships/slide" Target="/ppt/slides/slide6.xml" Id="Rbe564991cc13454c"/><Relationship Type="http://schemas.openxmlformats.org/officeDocument/2006/relationships/slide" Target="/ppt/slides/slide7.xml" Id="R8c7f6c363c39410b"/><Relationship Type="http://schemas.openxmlformats.org/officeDocument/2006/relationships/slide" Target="/ppt/slides/slide8.xml" Id="R476885d860d543d3"/><Relationship Id="rIdEmbedded-headline-bold" Type="http://schemas.openxmlformats.org/officeDocument/2006/relationships/font" Target="fonts/headline-bold.fntdata"/><Relationship Id="rIdEmbedded-text-regular" Type="http://schemas.openxmlformats.org/officeDocument/2006/relationships/font" Target="fonts/text-regular.fntdata"/><Relationship Id="rIdEmbedded-text-bold" Type="http://schemas.openxmlformats.org/officeDocument/2006/relationships/font" Target="fonts/text-bold.fntdata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31fd95cdf04d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a158557e3a402c" /><Relationship Type="http://schemas.openxmlformats.org/officeDocument/2006/relationships/notesMaster" Target="/ppt/notesMasters/notesMaster1.xml" Id="Ra7ba004a0cbb4b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f3a8eac28349d0" /><Relationship Type="http://schemas.openxmlformats.org/officeDocument/2006/relationships/notesMaster" Target="/ppt/notesMasters/notesMaster1.xml" Id="R6334f684126741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7941cb054340d4" /><Relationship Type="http://schemas.openxmlformats.org/officeDocument/2006/relationships/notesMaster" Target="/ppt/notesMasters/notesMaster1.xml" Id="Rd7e28a8c0b144e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27e80bfd9642da" /><Relationship Type="http://schemas.openxmlformats.org/officeDocument/2006/relationships/notesMaster" Target="/ppt/notesMasters/notesMaster1.xml" Id="R4df0c567469a41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79491090b74692" /><Relationship Type="http://schemas.openxmlformats.org/officeDocument/2006/relationships/notesMaster" Target="/ppt/notesMasters/notesMaster1.xml" Id="R06a69a0969964f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805bc0e64f4b46" /><Relationship Type="http://schemas.openxmlformats.org/officeDocument/2006/relationships/notesMaster" Target="/ppt/notesMasters/notesMaster1.xml" Id="Re78e321ace754c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7070692003419d" /><Relationship Type="http://schemas.openxmlformats.org/officeDocument/2006/relationships/notesMaster" Target="/ppt/notesMasters/notesMaster1.xml" Id="R46fb460b24ee4e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0f4479fa184632" /><Relationship Type="http://schemas.openxmlformats.org/officeDocument/2006/relationships/notesMaster" Target="/ppt/notesMasters/notesMaster1.xml" Id="R1d9975bfa84b4a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closing slides</a:t>
            </a:r>
          </a:p>
          <a:p xmlns:a="http://schemas.openxmlformats.org/drawingml/2006/main">
            <a:r>
              <a:t>https://sdlcai.org/slides/closing/#recap</a:t>
            </a:r>
          </a:p>
          <a:p xmlns:a="http://schemas.openxmlformats.org/drawingml/2006/main">
            <a:r>
              <a:t>Local source: site/layouts/slide-closing.html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closing slides</a:t>
            </a:r>
          </a:p>
          <a:p xmlns:a="http://schemas.openxmlformats.org/drawingml/2006/main">
            <a:r>
              <a:t>https://sdlcai.org/slides/closing/#speakers</a:t>
            </a:r>
          </a:p>
          <a:p xmlns:a="http://schemas.openxmlformats.org/drawingml/2006/main">
            <a:r>
              <a:t>Local source: site/layouts/slide-closing.html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closing slides</a:t>
            </a:r>
          </a:p>
          <a:p xmlns:a="http://schemas.openxmlformats.org/drawingml/2006/main">
            <a:r>
              <a:t>https://sdlcai.org/slides/closing/#sponsors</a:t>
            </a:r>
          </a:p>
          <a:p xmlns:a="http://schemas.openxmlformats.org/drawingml/2006/main">
            <a:r>
              <a:t>Local source: site/layouts/slide-closing.html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closing slides</a:t>
            </a:r>
          </a:p>
          <a:p xmlns:a="http://schemas.openxmlformats.org/drawingml/2006/main">
            <a:r>
              <a:t>https://sdlcai.org/slides/closing/#crew</a:t>
            </a:r>
          </a:p>
          <a:p xmlns:a="http://schemas.openxmlformats.org/drawingml/2006/main">
            <a:r>
              <a:t>Local source: site/layouts/slide-closing.html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closing slides</a:t>
            </a:r>
          </a:p>
          <a:p xmlns:a="http://schemas.openxmlformats.org/drawingml/2006/main">
            <a:r>
              <a:t>https://sdlcai.org/slides/closing/#attendees</a:t>
            </a:r>
          </a:p>
          <a:p xmlns:a="http://schemas.openxmlformats.org/drawingml/2006/main">
            <a:r>
              <a:t>Local source: site/layouts/slide-closing.html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closing slides</a:t>
            </a:r>
          </a:p>
          <a:p xmlns:a="http://schemas.openxmlformats.org/drawingml/2006/main">
            <a:r>
              <a:t>https://sdlcai.org/slides/closing/#group-photo</a:t>
            </a:r>
          </a:p>
          <a:p xmlns:a="http://schemas.openxmlformats.org/drawingml/2006/main">
            <a:r>
              <a:t>Local source: site/layouts/slide-closing.html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closing slides</a:t>
            </a:r>
          </a:p>
          <a:p xmlns:a="http://schemas.openxmlformats.org/drawingml/2006/main">
            <a:r>
              <a:t>https://sdlcai.org/slides/closing/#logo</a:t>
            </a:r>
          </a:p>
          <a:p xmlns:a="http://schemas.openxmlformats.org/drawingml/2006/main">
            <a:r>
              <a:t>Local source: site/layouts/slide-closing.html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closing slides</a:t>
            </a:r>
          </a:p>
          <a:p xmlns:a="http://schemas.openxmlformats.org/drawingml/2006/main">
            <a:r>
              <a:t>https://sdlcai.org/slides/closing/#afterparty</a:t>
            </a:r>
          </a:p>
          <a:p xmlns:a="http://schemas.openxmlformats.org/drawingml/2006/main">
            <a:r>
              <a:t>Local source: site/layouts/slide-closing.html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295f4deec44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74ba5ca984e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0c768d0c843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b477d123d48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8efa3fa084c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0b434fe2c46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CD8BAB-7F46-4C12-BC63-FC2749FD2B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72621E-D7FC-4759-A466-A3D1BF4E7D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5C2F3C-6391-4BE1-8DA8-7353941269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DD3D2C-DB9D-428B-975E-5A6466999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B6833A-DECC-4282-9CFB-75E20CDCE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0ADB5D-CD48-4BE6-B56D-51A9F0053A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58C309-ABAC-4681-97A1-7B0D6DB8C6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C847C71-7F7E-4AC1-864F-DF2DD7CAC6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4222D8-4AAB-463A-9837-82A389B5AE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5BD7D0-03D3-4FE1-93BB-EDF56737F0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5ca89ae23145d0" /><Relationship Type="http://schemas.openxmlformats.org/officeDocument/2006/relationships/slideLayout" Target="/ppt/slideLayouts/slideLayout1.xml" Id="R343566d4cf024d83" /><Relationship Type="http://schemas.openxmlformats.org/officeDocument/2006/relationships/slideLayout" Target="/ppt/slideLayouts/slideLayout2.xml" Id="R8c44df7f78d047d3" /><Relationship Type="http://schemas.openxmlformats.org/officeDocument/2006/relationships/slideLayout" Target="/ppt/slideLayouts/slideLayout3.xml" Id="Raee59bab58f343b4" /><Relationship Type="http://schemas.openxmlformats.org/officeDocument/2006/relationships/slideLayout" Target="/ppt/slideLayouts/slideLayout4.xml" Id="R0d8e7fe10b6846b2" /><Relationship Type="http://schemas.openxmlformats.org/officeDocument/2006/relationships/slideLayout" Target="/ppt/slideLayouts/slideLayout5.xml" Id="R31622f13c6624b18" /><Relationship Type="http://schemas.openxmlformats.org/officeDocument/2006/relationships/slideLayout" Target="/ppt/slideLayouts/slideLayout6.xml" Id="Rf8d12bffa44440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3566d4cf024d83"/>
    <p:sldLayoutId xmlns:r="http://schemas.openxmlformats.org/officeDocument/2006/relationships" id="2147483650" r:id="R8c44df7f78d047d3"/>
    <p:sldLayoutId xmlns:r="http://schemas.openxmlformats.org/officeDocument/2006/relationships" id="2147483651" r:id="Raee59bab58f343b4"/>
    <p:sldLayoutId xmlns:r="http://schemas.openxmlformats.org/officeDocument/2006/relationships" id="2147483652" r:id="R0d8e7fe10b6846b2"/>
    <p:sldLayoutId xmlns:r="http://schemas.openxmlformats.org/officeDocument/2006/relationships" id="2147483653" r:id="R31622f13c6624b18"/>
    <p:sldLayoutId xmlns:r="http://schemas.openxmlformats.org/officeDocument/2006/relationships" id="2147483654" r:id="Rf8d12bffa44440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5f8907e7f4312" /><Relationship Type="http://schemas.openxmlformats.org/officeDocument/2006/relationships/image" Target="/ppt/media/image.png" Id="R34df4e432ed94c9c" /><Relationship Type="http://schemas.openxmlformats.org/officeDocument/2006/relationships/notesSlide" Target="/ppt/notesSlides/notesSlide1.xml" Id="Rc0247374c3774b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c5e7acf1c422f" /><Relationship Type="http://schemas.openxmlformats.org/officeDocument/2006/relationships/image" Target="/ppt/media/image2.png" Id="R7731b630d4e7447b" /><Relationship Type="http://schemas.openxmlformats.org/officeDocument/2006/relationships/image" Target="/ppt/media/image3.png" Id="R032dbff85edc4cff" /><Relationship Type="http://schemas.openxmlformats.org/officeDocument/2006/relationships/image" Target="/ppt/media/image4.png" Id="R5c5c16557b4e44ed" /><Relationship Type="http://schemas.openxmlformats.org/officeDocument/2006/relationships/image" Target="/ppt/media/image5.png" Id="Rf5f99d2f1691424e" /><Relationship Type="http://schemas.openxmlformats.org/officeDocument/2006/relationships/image" Target="/ppt/media/image6.png" Id="R7bec01cc50d9440e" /><Relationship Type="http://schemas.openxmlformats.org/officeDocument/2006/relationships/image" Target="/ppt/media/image7.png" Id="Rc0fc2fe936104328" /><Relationship Type="http://schemas.openxmlformats.org/officeDocument/2006/relationships/image" Target="/ppt/media/image8.png" Id="R02b155de8d6d4e23" /><Relationship Type="http://schemas.openxmlformats.org/officeDocument/2006/relationships/image" Target="/ppt/media/image9.png" Id="Re59373b1c67a4ff8" /><Relationship Type="http://schemas.openxmlformats.org/officeDocument/2006/relationships/image" Target="/ppt/media/image10.png" Id="R49bb54cd4b674ec9" /><Relationship Type="http://schemas.openxmlformats.org/officeDocument/2006/relationships/image" Target="/ppt/media/image11.png" Id="R6d9ce66ba8be4ced" /><Relationship Type="http://schemas.openxmlformats.org/officeDocument/2006/relationships/image" Target="/ppt/media/image12.png" Id="Refebc389cf294a81" /><Relationship Type="http://schemas.openxmlformats.org/officeDocument/2006/relationships/notesSlide" Target="/ppt/notesSlides/notesSlide2.xml" Id="R357838b0e5c142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e3ef6887e4313" /><Relationship Type="http://schemas.openxmlformats.org/officeDocument/2006/relationships/image" Target="/ppt/media/image13.png" Id="Raddafbfccaa84489" /><Relationship Type="http://schemas.openxmlformats.org/officeDocument/2006/relationships/image" Target="/ppt/media/image14.png" Id="R13c62bebc0a249b0" /><Relationship Type="http://schemas.openxmlformats.org/officeDocument/2006/relationships/image" Target="/ppt/media/image15.png" Id="Rf821d6f121664ee0" /><Relationship Type="http://schemas.openxmlformats.org/officeDocument/2006/relationships/image" Target="/ppt/media/image16.png" Id="R3fe1395fe6ae4c03" /><Relationship Type="http://schemas.openxmlformats.org/officeDocument/2006/relationships/image" Target="/ppt/media/image17.png" Id="R99f4397e7a2b4b7e" /><Relationship Type="http://schemas.openxmlformats.org/officeDocument/2006/relationships/image" Target="/ppt/media/image18.png" Id="Rda1cd530897d435d" /><Relationship Type="http://schemas.openxmlformats.org/officeDocument/2006/relationships/image" Target="/ppt/media/image19.png" Id="R3add2369dd4345de" /><Relationship Type="http://schemas.openxmlformats.org/officeDocument/2006/relationships/image" Target="/ppt/media/image20.png" Id="R44fd2d8c47a14519" /><Relationship Type="http://schemas.openxmlformats.org/officeDocument/2006/relationships/notesSlide" Target="/ppt/notesSlides/notesSlide3.xml" Id="R53edb24e911645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f5ece2fbc4acd" /><Relationship Type="http://schemas.openxmlformats.org/officeDocument/2006/relationships/image" Target="/ppt/media/image21.png" Id="R4a20304ea8a54284" /><Relationship Type="http://schemas.openxmlformats.org/officeDocument/2006/relationships/notesSlide" Target="/ppt/notesSlides/notesSlide4.xml" Id="R725e648c895c49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d44e5e444452d" /><Relationship Type="http://schemas.openxmlformats.org/officeDocument/2006/relationships/image" Target="/ppt/media/image22.png" Id="Rb54a5ac2ab244793" /><Relationship Type="http://schemas.openxmlformats.org/officeDocument/2006/relationships/notesSlide" Target="/ppt/notesSlides/notesSlide5.xml" Id="Rd006590674014c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7f7dffe874f10" /><Relationship Type="http://schemas.openxmlformats.org/officeDocument/2006/relationships/image" Target="/ppt/media/image23.png" Id="Rba8d1098b614422c" /><Relationship Type="http://schemas.openxmlformats.org/officeDocument/2006/relationships/notesSlide" Target="/ppt/notesSlides/notesSlide6.xml" Id="R441db9719a5d4d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682b7b202c41b1" /><Relationship Type="http://schemas.openxmlformats.org/officeDocument/2006/relationships/image" Target="/ppt/media/image24.png" Id="R8f1a5292c2a54d4c" /><Relationship Type="http://schemas.openxmlformats.org/officeDocument/2006/relationships/image" Target="/ppt/media/image25.png" Id="R7662723f80b6425e" /><Relationship Type="http://schemas.openxmlformats.org/officeDocument/2006/relationships/notesSlide" Target="/ppt/notesSlides/notesSlide7.xml" Id="Rbb04b42fd98e47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57494e0e4437f" /><Relationship Type="http://schemas.openxmlformats.org/officeDocument/2006/relationships/image" Target="/ppt/media/image26.png" Id="Ra25570fddb934cb3" /><Relationship Type="http://schemas.openxmlformats.org/officeDocument/2006/relationships/image" Target="/ppt/media/image27.png" Id="R4a933895b57c4250" /><Relationship Type="http://schemas.openxmlformats.org/officeDocument/2006/relationships/notesSlide" Target="/ppt/notesSlides/notesSlide8.xml" Id="R4c2e7d4e64a04e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FC922-8CE1-4F5A-8375-FE37D9024A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f4e432ed94c9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recap-span-1">
            <a:extLst xmlns:a="http://schemas.openxmlformats.org/drawingml/2006/main">
              <a:ext uri="{FF2B5EF4-FFF2-40B4-BE49-F238E27FC236}">
                <a16:creationId xmlns:a16="http://schemas.microsoft.com/office/drawing/2014/main" id="{89D2A444-ECD4-432B-B0EC-CEBC907E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recap-span-2">
            <a:extLst xmlns:a="http://schemas.openxmlformats.org/drawingml/2006/main">
              <a:ext uri="{FF2B5EF4-FFF2-40B4-BE49-F238E27FC236}">
                <a16:creationId xmlns:a16="http://schemas.microsoft.com/office/drawing/2014/main" id="{6AA86806-358D-47AB-8943-149D6FA6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recap-h1-3">
            <a:extLst xmlns:a="http://schemas.openxmlformats.org/drawingml/2006/main">
              <a:ext uri="{FF2B5EF4-FFF2-40B4-BE49-F238E27FC236}">
                <a16:creationId xmlns:a16="http://schemas.microsoft.com/office/drawing/2014/main" id="{48BF82DA-A40D-4089-972F-B2135239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842692"/>
            <a:ext cx="9965978" cy="162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TODAY AT SDLCAI</a:t>
            </a:r>
          </a:p>
        </p:txBody>
      </p:sp>
      <p:sp>
        <p:nvSpPr>
          <p:cNvPr id="5" name="recap-span-4">
            <a:extLst xmlns:a="http://schemas.openxmlformats.org/drawingml/2006/main">
              <a:ext uri="{FF2B5EF4-FFF2-40B4-BE49-F238E27FC236}">
                <a16:creationId xmlns:a16="http://schemas.microsoft.com/office/drawing/2014/main" id="{D182EBCA-C3FB-4BAD-B763-1152CC8A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3319344"/>
            <a:ext cx="577602" cy="39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rPr>
              <a:t>01</a:t>
            </a:r>
          </a:p>
        </p:txBody>
      </p:sp>
      <p:sp>
        <p:nvSpPr>
          <p:cNvPr id="6" name="recap-strong-5">
            <a:extLst xmlns:a="http://schemas.openxmlformats.org/drawingml/2006/main">
              <a:ext uri="{FF2B5EF4-FFF2-40B4-BE49-F238E27FC236}">
                <a16:creationId xmlns:a16="http://schemas.microsoft.com/office/drawing/2014/main" id="{19562834-2A06-4914-89FB-D55551E8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48" y="2986499"/>
            <a:ext cx="11096476" cy="83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AI IN REAL ENGINEERING PIPELINES</a:t>
            </a:r>
          </a:p>
        </p:txBody>
      </p:sp>
      <p:sp>
        <p:nvSpPr>
          <p:cNvPr id="7" name="recap-span-6">
            <a:extLst xmlns:a="http://schemas.openxmlformats.org/drawingml/2006/main">
              <a:ext uri="{FF2B5EF4-FFF2-40B4-BE49-F238E27FC236}">
                <a16:creationId xmlns:a16="http://schemas.microsoft.com/office/drawing/2014/main" id="{F98CA4BA-E396-43A4-B987-8D794571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4895732"/>
            <a:ext cx="629096" cy="39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rPr>
              <a:t>02</a:t>
            </a:r>
          </a:p>
        </p:txBody>
      </p:sp>
      <p:sp>
        <p:nvSpPr>
          <p:cNvPr id="8" name="recap-strong-7">
            <a:extLst xmlns:a="http://schemas.openxmlformats.org/drawingml/2006/main">
              <a:ext uri="{FF2B5EF4-FFF2-40B4-BE49-F238E27FC236}">
                <a16:creationId xmlns:a16="http://schemas.microsoft.com/office/drawing/2014/main" id="{E18FE3D6-18CE-4C26-90B3-03FFEE0D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48" y="4562886"/>
            <a:ext cx="10812512" cy="83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QUALITY, TESTING &amp; REVIEW UNDER</a:t>
            </a:r>
          </a:p>
        </p:txBody>
      </p:sp>
      <p:sp>
        <p:nvSpPr>
          <p:cNvPr id="9" name="recap-strong-8">
            <a:extLst xmlns:a="http://schemas.openxmlformats.org/drawingml/2006/main">
              <a:ext uri="{FF2B5EF4-FFF2-40B4-BE49-F238E27FC236}">
                <a16:creationId xmlns:a16="http://schemas.microsoft.com/office/drawing/2014/main" id="{4E9D9E46-51B1-4D85-B8C7-5EB10750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48" y="5226809"/>
            <a:ext cx="3986808" cy="83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AUTOMATION</a:t>
            </a:r>
          </a:p>
        </p:txBody>
      </p:sp>
      <p:sp>
        <p:nvSpPr>
          <p:cNvPr id="10" name="recap-span-9">
            <a:extLst xmlns:a="http://schemas.openxmlformats.org/drawingml/2006/main">
              <a:ext uri="{FF2B5EF4-FFF2-40B4-BE49-F238E27FC236}">
                <a16:creationId xmlns:a16="http://schemas.microsoft.com/office/drawing/2014/main" id="{F4221C65-DBE5-431B-89BF-F83B86FE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7131577"/>
            <a:ext cx="629692" cy="39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rPr>
              <a:t>03</a:t>
            </a:r>
          </a:p>
        </p:txBody>
      </p:sp>
      <p:sp>
        <p:nvSpPr>
          <p:cNvPr id="11" name="recap-strong-10">
            <a:extLst xmlns:a="http://schemas.openxmlformats.org/drawingml/2006/main">
              <a:ext uri="{FF2B5EF4-FFF2-40B4-BE49-F238E27FC236}">
                <a16:creationId xmlns:a16="http://schemas.microsoft.com/office/drawing/2014/main" id="{7C1634FD-2574-43C2-A6F9-0E3D3ACF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48" y="6798731"/>
            <a:ext cx="10904934" cy="83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LEADERSHIP &amp; GOVERNANCE FOR AI</a:t>
            </a:r>
          </a:p>
        </p:txBody>
      </p:sp>
      <p:sp>
        <p:nvSpPr>
          <p:cNvPr id="12" name="recap-strong-11">
            <a:extLst xmlns:a="http://schemas.openxmlformats.org/drawingml/2006/main">
              <a:ext uri="{FF2B5EF4-FFF2-40B4-BE49-F238E27FC236}">
                <a16:creationId xmlns:a16="http://schemas.microsoft.com/office/drawing/2014/main" id="{3B5B34DB-A398-4AAF-A867-F10F46ED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48" y="7462654"/>
            <a:ext cx="3244453" cy="83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ADOPTION</a:t>
            </a:r>
          </a:p>
        </p:txBody>
      </p:sp>
      <p:sp>
        <p:nvSpPr>
          <p:cNvPr id="13" name="recap-p-12">
            <a:extLst xmlns:a="http://schemas.openxmlformats.org/drawingml/2006/main">
              <a:ext uri="{FF2B5EF4-FFF2-40B4-BE49-F238E27FC236}">
                <a16:creationId xmlns:a16="http://schemas.microsoft.com/office/drawing/2014/main" id="{C4C3559B-C722-4551-A05A-3A719719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8882146"/>
            <a:ext cx="9676358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rPr>
              <a:t>Industry &amp; academia. Talks, posters &amp; hallway conversations.</a:t>
            </a:r>
          </a:p>
        </p:txBody>
      </p:sp>
      <p:sp>
        <p:nvSpPr>
          <p:cNvPr id="14" name="recap-span-13">
            <a:extLst xmlns:a="http://schemas.openxmlformats.org/drawingml/2006/main">
              <a:ext uri="{FF2B5EF4-FFF2-40B4-BE49-F238E27FC236}">
                <a16:creationId xmlns:a16="http://schemas.microsoft.com/office/drawing/2014/main" id="{7033A6E5-A58D-4B93-B9B9-B97A9DB9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15" name="recap-span-14">
            <a:extLst xmlns:a="http://schemas.openxmlformats.org/drawingml/2006/main">
              <a:ext uri="{FF2B5EF4-FFF2-40B4-BE49-F238E27FC236}">
                <a16:creationId xmlns:a16="http://schemas.microsoft.com/office/drawing/2014/main" id="{9278474F-9088-45A5-9753-5EC01138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621" y="9440446"/>
            <a:ext cx="6721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274276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FD60B5-5975-40EF-AE8C-3EB9F13007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1b630d4e7447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AEB70-6592-40F7-BFDC-B4F687F094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dbff85edc4cff"/>
          <a:stretch xmlns:a="http://schemas.openxmlformats.org/drawingml/2006/main"/>
        </p:blipFill>
        <p:spPr>
          <a:xfrm xmlns:a="http://schemas.openxmlformats.org/drawingml/2006/main">
            <a:off x="827720" y="325606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82042-1A03-4976-919A-D5CE5D6EAC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c16557b4e44ed"/>
          <a:stretch xmlns:a="http://schemas.openxmlformats.org/drawingml/2006/main"/>
        </p:blipFill>
        <p:spPr>
          <a:xfrm xmlns:a="http://schemas.openxmlformats.org/drawingml/2006/main">
            <a:off x="4236033" y="325606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787F5-87D3-4D91-99E4-4B92A254A8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99d2f1691424e"/>
          <a:stretch xmlns:a="http://schemas.openxmlformats.org/drawingml/2006/main"/>
        </p:blipFill>
        <p:spPr>
          <a:xfrm xmlns:a="http://schemas.openxmlformats.org/drawingml/2006/main">
            <a:off x="7649077" y="3256062"/>
            <a:ext cx="2989847" cy="1863923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FA4A6-4606-4625-BCBE-BE5EE442CC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c01cc50d9440e"/>
          <a:stretch xmlns:a="http://schemas.openxmlformats.org/drawingml/2006/main"/>
        </p:blipFill>
        <p:spPr>
          <a:xfrm xmlns:a="http://schemas.openxmlformats.org/drawingml/2006/main">
            <a:off x="11052659" y="325606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C53C7-CF5C-4310-9FFB-081DEDF03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c2fe936104328"/>
          <a:stretch xmlns:a="http://schemas.openxmlformats.org/drawingml/2006/main"/>
        </p:blipFill>
        <p:spPr>
          <a:xfrm xmlns:a="http://schemas.openxmlformats.org/drawingml/2006/main">
            <a:off x="14460972" y="325606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08B8F-FA86-4BC5-AB37-9389CF68F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155de8d6d4e23"/>
          <a:stretch xmlns:a="http://schemas.openxmlformats.org/drawingml/2006/main"/>
        </p:blipFill>
        <p:spPr>
          <a:xfrm xmlns:a="http://schemas.openxmlformats.org/drawingml/2006/main">
            <a:off x="827720" y="582394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67C60-4CF3-4CE0-BC44-FB9376F1C2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373b1c67a4ff8"/>
          <a:stretch xmlns:a="http://schemas.openxmlformats.org/drawingml/2006/main"/>
        </p:blipFill>
        <p:spPr>
          <a:xfrm xmlns:a="http://schemas.openxmlformats.org/drawingml/2006/main">
            <a:off x="4236033" y="582394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68C06-CEBB-47D0-BD11-106F4733B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b54cd4b674ec9"/>
          <a:stretch xmlns:a="http://schemas.openxmlformats.org/drawingml/2006/main"/>
        </p:blipFill>
        <p:spPr>
          <a:xfrm xmlns:a="http://schemas.openxmlformats.org/drawingml/2006/main">
            <a:off x="7649077" y="5823942"/>
            <a:ext cx="2989847" cy="1863923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40457-F462-4FF5-9DF5-0E1C444D55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ce66ba8be4ced"/>
          <a:stretch xmlns:a="http://schemas.openxmlformats.org/drawingml/2006/main"/>
        </p:blipFill>
        <p:spPr>
          <a:xfrm xmlns:a="http://schemas.openxmlformats.org/drawingml/2006/main">
            <a:off x="11052659" y="582394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0E7BE-6F39-4938-84BB-FF8CC37471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bc389cf294a81"/>
          <a:stretch xmlns:a="http://schemas.openxmlformats.org/drawingml/2006/main"/>
        </p:blipFill>
        <p:spPr>
          <a:xfrm xmlns:a="http://schemas.openxmlformats.org/drawingml/2006/main">
            <a:off x="14460972" y="5823942"/>
            <a:ext cx="2999308" cy="1863923"/>
          </a:xfrm>
          <a:prstGeom xmlns:a="http://schemas.openxmlformats.org/drawingml/2006/main" prst="rect">
            <a:avLst/>
          </a:prstGeom>
        </p:spPr>
      </p:pic>
      <p:sp>
        <p:nvSpPr>
          <p:cNvPr id="12" name="speakers-span-1">
            <a:extLst xmlns:a="http://schemas.openxmlformats.org/drawingml/2006/main">
              <a:ext uri="{FF2B5EF4-FFF2-40B4-BE49-F238E27FC236}">
                <a16:creationId xmlns:a16="http://schemas.microsoft.com/office/drawing/2014/main" id="{8431587A-8A8A-4734-BB6E-AEC06EBF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13" name="speakers-span-2">
            <a:extLst xmlns:a="http://schemas.openxmlformats.org/drawingml/2006/main">
              <a:ext uri="{FF2B5EF4-FFF2-40B4-BE49-F238E27FC236}">
                <a16:creationId xmlns:a16="http://schemas.microsoft.com/office/drawing/2014/main" id="{0A7825D4-D256-4863-9E16-F4DCB4DE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14" name="speakers-h1-3">
            <a:extLst xmlns:a="http://schemas.openxmlformats.org/drawingml/2006/main">
              <a:ext uri="{FF2B5EF4-FFF2-40B4-BE49-F238E27FC236}">
                <a16:creationId xmlns:a16="http://schemas.microsoft.com/office/drawing/2014/main" id="{065D503F-0F2C-49FE-BCDC-FBA63258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1831673"/>
            <a:ext cx="10473035" cy="1274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THANK YOU, SPEAKERS</a:t>
            </a:r>
          </a:p>
        </p:txBody>
      </p:sp>
      <p:sp>
        <p:nvSpPr>
          <p:cNvPr id="15" name="speakers-figcaption-4">
            <a:extLst xmlns:a="http://schemas.openxmlformats.org/drawingml/2006/main">
              <a:ext uri="{FF2B5EF4-FFF2-40B4-BE49-F238E27FC236}">
                <a16:creationId xmlns:a16="http://schemas.microsoft.com/office/drawing/2014/main" id="{14B82252-0B2A-412A-AE9B-D7CE9C5F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191562"/>
            <a:ext cx="1710184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Mo Khazali</a:t>
            </a:r>
          </a:p>
        </p:txBody>
      </p:sp>
      <p:sp>
        <p:nvSpPr>
          <p:cNvPr id="16" name="speakers-figcaption-5">
            <a:extLst xmlns:a="http://schemas.openxmlformats.org/drawingml/2006/main">
              <a:ext uri="{FF2B5EF4-FFF2-40B4-BE49-F238E27FC236}">
                <a16:creationId xmlns:a16="http://schemas.microsoft.com/office/drawing/2014/main" id="{86E5BEBA-579A-4D0C-A02C-CF54D2E5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184" y="5191562"/>
            <a:ext cx="2617440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Ohans Emmanuel</a:t>
            </a:r>
          </a:p>
        </p:txBody>
      </p:sp>
      <p:sp>
        <p:nvSpPr>
          <p:cNvPr id="17" name="speakers-figcaption-6">
            <a:extLst xmlns:a="http://schemas.openxmlformats.org/drawingml/2006/main">
              <a:ext uri="{FF2B5EF4-FFF2-40B4-BE49-F238E27FC236}">
                <a16:creationId xmlns:a16="http://schemas.microsoft.com/office/drawing/2014/main" id="{EE40E2AF-1FF4-492C-A4B1-ABF1051A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496" y="5191562"/>
            <a:ext cx="2572941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Jenni Kylmäkoski</a:t>
            </a:r>
          </a:p>
        </p:txBody>
      </p:sp>
      <p:sp>
        <p:nvSpPr>
          <p:cNvPr id="18" name="speakers-figcaption-7">
            <a:extLst xmlns:a="http://schemas.openxmlformats.org/drawingml/2006/main">
              <a:ext uri="{FF2B5EF4-FFF2-40B4-BE49-F238E27FC236}">
                <a16:creationId xmlns:a16="http://schemas.microsoft.com/office/drawing/2014/main" id="{39752E8B-AA48-4A20-8281-D45B5416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7809" y="5191562"/>
            <a:ext cx="2470100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Tapio Pitkäranta</a:t>
            </a:r>
          </a:p>
        </p:txBody>
      </p:sp>
      <p:sp>
        <p:nvSpPr>
          <p:cNvPr id="19" name="speakers-figcaption-8">
            <a:extLst xmlns:a="http://schemas.openxmlformats.org/drawingml/2006/main">
              <a:ext uri="{FF2B5EF4-FFF2-40B4-BE49-F238E27FC236}">
                <a16:creationId xmlns:a16="http://schemas.microsoft.com/office/drawing/2014/main" id="{8FCF586A-6B71-45C6-9886-55CF31B6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122" y="5191562"/>
            <a:ext cx="1831032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Joongi Shin</a:t>
            </a:r>
          </a:p>
        </p:txBody>
      </p:sp>
      <p:sp>
        <p:nvSpPr>
          <p:cNvPr id="20" name="speakers-figcaption-9">
            <a:extLst xmlns:a="http://schemas.openxmlformats.org/drawingml/2006/main">
              <a:ext uri="{FF2B5EF4-FFF2-40B4-BE49-F238E27FC236}">
                <a16:creationId xmlns:a16="http://schemas.microsoft.com/office/drawing/2014/main" id="{D2F6B11A-3AE8-4B18-9BC8-C793FE17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7759443"/>
            <a:ext cx="1983284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Jussi Hacklin</a:t>
            </a:r>
          </a:p>
        </p:txBody>
      </p:sp>
      <p:sp>
        <p:nvSpPr>
          <p:cNvPr id="21" name="speakers-figcaption-10">
            <a:extLst xmlns:a="http://schemas.openxmlformats.org/drawingml/2006/main">
              <a:ext uri="{FF2B5EF4-FFF2-40B4-BE49-F238E27FC236}">
                <a16:creationId xmlns:a16="http://schemas.microsoft.com/office/drawing/2014/main" id="{CE792493-179F-4948-AE4A-3497F12F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184" y="7759443"/>
            <a:ext cx="2838748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Viljami Kuosmanen</a:t>
            </a:r>
          </a:p>
        </p:txBody>
      </p:sp>
      <p:sp>
        <p:nvSpPr>
          <p:cNvPr id="22" name="speakers-figcaption-11">
            <a:extLst xmlns:a="http://schemas.openxmlformats.org/drawingml/2006/main">
              <a:ext uri="{FF2B5EF4-FFF2-40B4-BE49-F238E27FC236}">
                <a16:creationId xmlns:a16="http://schemas.microsoft.com/office/drawing/2014/main" id="{19DBDACB-2C78-4897-8611-F52619FF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496" y="7759443"/>
            <a:ext cx="2187625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Sini Tistelgrén</a:t>
            </a:r>
          </a:p>
        </p:txBody>
      </p:sp>
      <p:sp>
        <p:nvSpPr>
          <p:cNvPr id="23" name="speakers-figcaption-12">
            <a:extLst xmlns:a="http://schemas.openxmlformats.org/drawingml/2006/main">
              <a:ext uri="{FF2B5EF4-FFF2-40B4-BE49-F238E27FC236}">
                <a16:creationId xmlns:a16="http://schemas.microsoft.com/office/drawing/2014/main" id="{AA3AFCA6-B531-4AA6-B47D-68BDD88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7809" y="7759443"/>
            <a:ext cx="1384697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Zak Allal</a:t>
            </a:r>
          </a:p>
        </p:txBody>
      </p:sp>
      <p:sp>
        <p:nvSpPr>
          <p:cNvPr id="24" name="speakers-figcaption-13">
            <a:extLst xmlns:a="http://schemas.openxmlformats.org/drawingml/2006/main">
              <a:ext uri="{FF2B5EF4-FFF2-40B4-BE49-F238E27FC236}">
                <a16:creationId xmlns:a16="http://schemas.microsoft.com/office/drawing/2014/main" id="{1C31CAB9-890A-4141-8B20-5A841FA0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122" y="7759443"/>
            <a:ext cx="2238077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Dr Muhammad</a:t>
            </a:r>
          </a:p>
        </p:txBody>
      </p:sp>
      <p:sp>
        <p:nvSpPr>
          <p:cNvPr id="25" name="speakers-figcaption-14">
            <a:extLst xmlns:a="http://schemas.openxmlformats.org/drawingml/2006/main">
              <a:ext uri="{FF2B5EF4-FFF2-40B4-BE49-F238E27FC236}">
                <a16:creationId xmlns:a16="http://schemas.microsoft.com/office/drawing/2014/main" id="{78EF7FEB-E031-4CDD-B3D7-21EC4EED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122" y="8055908"/>
            <a:ext cx="1381571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Waseem</a:t>
            </a:r>
          </a:p>
        </p:txBody>
      </p:sp>
      <p:sp>
        <p:nvSpPr>
          <p:cNvPr id="26" name="speakers-span-15">
            <a:extLst xmlns:a="http://schemas.openxmlformats.org/drawingml/2006/main">
              <a:ext uri="{FF2B5EF4-FFF2-40B4-BE49-F238E27FC236}">
                <a16:creationId xmlns:a16="http://schemas.microsoft.com/office/drawing/2014/main" id="{8A66EAF5-5BF3-4F62-9838-6CB9A66D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27" name="speakers-span-16">
            <a:extLst xmlns:a="http://schemas.openxmlformats.org/drawingml/2006/main">
              <a:ext uri="{FF2B5EF4-FFF2-40B4-BE49-F238E27FC236}">
                <a16:creationId xmlns:a16="http://schemas.microsoft.com/office/drawing/2014/main" id="{72C74CA0-BF8F-4DF3-81BC-1BA07DFC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1083" y="9440446"/>
            <a:ext cx="692646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378454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00F84-3FA5-489F-9CAC-0D26912C30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afbfccaa8448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44497-A9B4-4874-AAA1-5F76BF663B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62bebc0a249b0"/>
          <a:stretch xmlns:a="http://schemas.openxmlformats.org/drawingml/2006/main"/>
        </p:blipFill>
        <p:spPr>
          <a:xfrm xmlns:a="http://schemas.openxmlformats.org/drawingml/2006/main">
            <a:off x="984578" y="4166592"/>
            <a:ext cx="7664934" cy="1897261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72102-0A9F-4906-8A14-1CB15A326C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1d6f121664ee0"/>
          <a:stretch xmlns:a="http://schemas.openxmlformats.org/drawingml/2006/main"/>
        </p:blipFill>
        <p:spPr>
          <a:xfrm xmlns:a="http://schemas.openxmlformats.org/drawingml/2006/main">
            <a:off x="9691072" y="4216450"/>
            <a:ext cx="3448984" cy="582662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EEF12-308F-45AA-8B8E-AD11C7194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1395fe6ae4c03"/>
          <a:stretch xmlns:a="http://schemas.openxmlformats.org/drawingml/2006/main"/>
        </p:blipFill>
        <p:spPr>
          <a:xfrm xmlns:a="http://schemas.openxmlformats.org/drawingml/2006/main">
            <a:off x="13806255" y="4216450"/>
            <a:ext cx="3439586" cy="582662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E4667-3F6B-44F7-BE56-8E02E599E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4397e7a2b4b7e"/>
          <a:stretch xmlns:a="http://schemas.openxmlformats.org/drawingml/2006/main"/>
        </p:blipFill>
        <p:spPr>
          <a:xfrm xmlns:a="http://schemas.openxmlformats.org/drawingml/2006/main">
            <a:off x="9691072" y="5431185"/>
            <a:ext cx="3448984" cy="582662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33F1C-1F25-4C4A-98CC-985D7682A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cd530897d435d"/>
          <a:stretch xmlns:a="http://schemas.openxmlformats.org/drawingml/2006/main"/>
        </p:blipFill>
        <p:spPr>
          <a:xfrm xmlns:a="http://schemas.openxmlformats.org/drawingml/2006/main">
            <a:off x="13806255" y="5431185"/>
            <a:ext cx="3439586" cy="58266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D314C-D100-4A8C-BD51-C30439AA3B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d2369dd4345de"/>
          <a:stretch xmlns:a="http://schemas.openxmlformats.org/drawingml/2006/main"/>
        </p:blipFill>
        <p:spPr>
          <a:xfrm xmlns:a="http://schemas.openxmlformats.org/drawingml/2006/main">
            <a:off x="932468" y="7078712"/>
            <a:ext cx="1445002" cy="46613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FA2A0-11E5-46A4-9394-1EE253E940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d2d8c47a14519"/>
          <a:stretch xmlns:a="http://schemas.openxmlformats.org/drawingml/2006/main"/>
        </p:blipFill>
        <p:spPr>
          <a:xfrm xmlns:a="http://schemas.openxmlformats.org/drawingml/2006/main">
            <a:off x="9607694" y="7095381"/>
            <a:ext cx="1735146" cy="848916"/>
          </a:xfrm>
          <a:prstGeom xmlns:a="http://schemas.openxmlformats.org/drawingml/2006/main" prst="rect">
            <a:avLst/>
          </a:prstGeom>
        </p:spPr>
      </p:pic>
      <p:sp>
        <p:nvSpPr>
          <p:cNvPr id="9" name="sponsors-span-1">
            <a:extLst xmlns:a="http://schemas.openxmlformats.org/drawingml/2006/main">
              <a:ext uri="{FF2B5EF4-FFF2-40B4-BE49-F238E27FC236}">
                <a16:creationId xmlns:a16="http://schemas.microsoft.com/office/drawing/2014/main" id="{522AA145-2464-4E04-8BA0-AD284D11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10" name="sponsors-span-2">
            <a:extLst xmlns:a="http://schemas.openxmlformats.org/drawingml/2006/main">
              <a:ext uri="{FF2B5EF4-FFF2-40B4-BE49-F238E27FC236}">
                <a16:creationId xmlns:a16="http://schemas.microsoft.com/office/drawing/2014/main" id="{CE729AEA-3C9C-4CDD-8804-739A1C01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11" name="sponsors-h1-3">
            <a:extLst xmlns:a="http://schemas.openxmlformats.org/drawingml/2006/main">
              <a:ext uri="{FF2B5EF4-FFF2-40B4-BE49-F238E27FC236}">
                <a16:creationId xmlns:a16="http://schemas.microsoft.com/office/drawing/2014/main" id="{A5F2A591-F8A4-4F74-B174-C101172F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159839"/>
            <a:ext cx="10568583" cy="1274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THANK YOU, SPONSORS</a:t>
            </a:r>
          </a:p>
        </p:txBody>
      </p:sp>
      <p:sp>
        <p:nvSpPr>
          <p:cNvPr id="12" name="sponsors-h2-4">
            <a:extLst xmlns:a="http://schemas.openxmlformats.org/drawingml/2006/main">
              <a:ext uri="{FF2B5EF4-FFF2-40B4-BE49-F238E27FC236}">
                <a16:creationId xmlns:a16="http://schemas.microsoft.com/office/drawing/2014/main" id="{AA788E2C-A30C-472F-9F35-B62C17A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3603596"/>
            <a:ext cx="1761381" cy="263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EPIC SPONSOR</a:t>
            </a:r>
          </a:p>
        </p:txBody>
      </p:sp>
      <p:sp>
        <p:nvSpPr>
          <p:cNvPr id="13" name="sponsors-h2-5">
            <a:extLst xmlns:a="http://schemas.openxmlformats.org/drawingml/2006/main">
              <a:ext uri="{FF2B5EF4-FFF2-40B4-BE49-F238E27FC236}">
                <a16:creationId xmlns:a16="http://schemas.microsoft.com/office/drawing/2014/main" id="{7648DD23-2DE9-4942-BADC-20F91CFB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780" y="3603596"/>
            <a:ext cx="1956197" cy="263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TECH SPONSORS</a:t>
            </a:r>
          </a:p>
        </p:txBody>
      </p:sp>
      <p:sp>
        <p:nvSpPr>
          <p:cNvPr id="14" name="sponsors-h2-6">
            <a:extLst xmlns:a="http://schemas.openxmlformats.org/drawingml/2006/main">
              <a:ext uri="{FF2B5EF4-FFF2-40B4-BE49-F238E27FC236}">
                <a16:creationId xmlns:a16="http://schemas.microsoft.com/office/drawing/2014/main" id="{4601E12D-34B4-4861-9773-EA0BC450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6565722"/>
            <a:ext cx="2042220" cy="263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BRAND SPONSOR</a:t>
            </a:r>
          </a:p>
        </p:txBody>
      </p:sp>
      <p:sp>
        <p:nvSpPr>
          <p:cNvPr id="15" name="sponsors-h2-7">
            <a:extLst xmlns:a="http://schemas.openxmlformats.org/drawingml/2006/main">
              <a:ext uri="{FF2B5EF4-FFF2-40B4-BE49-F238E27FC236}">
                <a16:creationId xmlns:a16="http://schemas.microsoft.com/office/drawing/2014/main" id="{9BA6943F-C447-4931-8200-248C67E6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780" y="6565722"/>
            <a:ext cx="2335857" cy="263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LOCATION SPONSOR</a:t>
            </a:r>
          </a:p>
        </p:txBody>
      </p:sp>
      <p:sp>
        <p:nvSpPr>
          <p:cNvPr id="16" name="sponsors-span-8">
            <a:extLst xmlns:a="http://schemas.openxmlformats.org/drawingml/2006/main">
              <a:ext uri="{FF2B5EF4-FFF2-40B4-BE49-F238E27FC236}">
                <a16:creationId xmlns:a16="http://schemas.microsoft.com/office/drawing/2014/main" id="{8C803051-A698-4CC5-A754-4B40CC79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17" name="sponsors-span-9">
            <a:extLst xmlns:a="http://schemas.openxmlformats.org/drawingml/2006/main">
              <a:ext uri="{FF2B5EF4-FFF2-40B4-BE49-F238E27FC236}">
                <a16:creationId xmlns:a16="http://schemas.microsoft.com/office/drawing/2014/main" id="{7B361888-3E60-47FF-A498-4500EB54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5130" y="9440446"/>
            <a:ext cx="698599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1987730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5C15-4D19-48E1-9407-3EB0F6D2CF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0304ea8a54284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rew-span-1">
            <a:extLst xmlns:a="http://schemas.openxmlformats.org/drawingml/2006/main">
              <a:ext uri="{FF2B5EF4-FFF2-40B4-BE49-F238E27FC236}">
                <a16:creationId xmlns:a16="http://schemas.microsoft.com/office/drawing/2014/main" id="{0A0D6599-05C6-4057-84FA-75299E47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crew-span-2">
            <a:extLst xmlns:a="http://schemas.openxmlformats.org/drawingml/2006/main">
              <a:ext uri="{FF2B5EF4-FFF2-40B4-BE49-F238E27FC236}">
                <a16:creationId xmlns:a16="http://schemas.microsoft.com/office/drawing/2014/main" id="{495DD989-D036-4147-B3B9-C7A7FFFE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crew-p-3">
            <a:extLst xmlns:a="http://schemas.openxmlformats.org/drawingml/2006/main">
              <a:ext uri="{FF2B5EF4-FFF2-40B4-BE49-F238E27FC236}">
                <a16:creationId xmlns:a16="http://schemas.microsoft.com/office/drawing/2014/main" id="{1B627A27-5A29-4253-B90B-F3118667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334303"/>
            <a:ext cx="3963442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BEHIND THE SCENES</a:t>
            </a:r>
          </a:p>
        </p:txBody>
      </p:sp>
      <p:sp>
        <p:nvSpPr>
          <p:cNvPr id="5" name="crew-h1-4">
            <a:extLst xmlns:a="http://schemas.openxmlformats.org/drawingml/2006/main">
              <a:ext uri="{FF2B5EF4-FFF2-40B4-BE49-F238E27FC236}">
                <a16:creationId xmlns:a16="http://schemas.microsoft.com/office/drawing/2014/main" id="{E7A52678-056D-4C09-BC86-E4EAE669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756697"/>
            <a:ext cx="9809411" cy="230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THANK YOU,</a:t>
            </a:r>
          </a:p>
        </p:txBody>
      </p:sp>
      <p:sp>
        <p:nvSpPr>
          <p:cNvPr id="6" name="crew-h1-5">
            <a:extLst xmlns:a="http://schemas.openxmlformats.org/drawingml/2006/main">
              <a:ext uri="{FF2B5EF4-FFF2-40B4-BE49-F238E27FC236}">
                <a16:creationId xmlns:a16="http://schemas.microsoft.com/office/drawing/2014/main" id="{2AFE6219-95D0-4A59-9452-5970CD22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4364190"/>
            <a:ext cx="10721578" cy="230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ORGANIZERS</a:t>
            </a:r>
          </a:p>
        </p:txBody>
      </p:sp>
      <p:sp>
        <p:nvSpPr>
          <p:cNvPr id="7" name="crew-p-6">
            <a:extLst xmlns:a="http://schemas.openxmlformats.org/drawingml/2006/main">
              <a:ext uri="{FF2B5EF4-FFF2-40B4-BE49-F238E27FC236}">
                <a16:creationId xmlns:a16="http://schemas.microsoft.com/office/drawing/2014/main" id="{90A0F09C-D691-4F5C-A588-FF55DE15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6602539"/>
            <a:ext cx="8480078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Our volunteers &amp; the Marsio team.</a:t>
            </a:r>
          </a:p>
        </p:txBody>
      </p:sp>
      <p:sp>
        <p:nvSpPr>
          <p:cNvPr id="8" name="crew-p-7">
            <a:extLst xmlns:a="http://schemas.openxmlformats.org/drawingml/2006/main">
              <a:ext uri="{FF2B5EF4-FFF2-40B4-BE49-F238E27FC236}">
                <a16:creationId xmlns:a16="http://schemas.microsoft.com/office/drawing/2014/main" id="{AB1C9707-1C46-4EB7-B87E-BBFCEDDD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7584067"/>
            <a:ext cx="4734223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rPr>
              <a:t>For making the day possible.</a:t>
            </a:r>
          </a:p>
        </p:txBody>
      </p:sp>
      <p:sp>
        <p:nvSpPr>
          <p:cNvPr id="9" name="crew-span-8">
            <a:extLst xmlns:a="http://schemas.openxmlformats.org/drawingml/2006/main">
              <a:ext uri="{FF2B5EF4-FFF2-40B4-BE49-F238E27FC236}">
                <a16:creationId xmlns:a16="http://schemas.microsoft.com/office/drawing/2014/main" id="{FC337F1B-4DA4-425C-ABCF-5E4EE732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10" name="crew-span-9">
            <a:extLst xmlns:a="http://schemas.openxmlformats.org/drawingml/2006/main">
              <a:ext uri="{FF2B5EF4-FFF2-40B4-BE49-F238E27FC236}">
                <a16:creationId xmlns:a16="http://schemas.microsoft.com/office/drawing/2014/main" id="{28C82340-BDD3-4E92-922F-67C1CA45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6767" y="9440446"/>
            <a:ext cx="696962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389141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E538A-3B40-4AC4-962E-E5A9DA5F38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a5ac2ab24479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attendees-span-1">
            <a:extLst xmlns:a="http://schemas.openxmlformats.org/drawingml/2006/main">
              <a:ext uri="{FF2B5EF4-FFF2-40B4-BE49-F238E27FC236}">
                <a16:creationId xmlns:a16="http://schemas.microsoft.com/office/drawing/2014/main" id="{848DA51B-01AB-4BB8-9155-5CECA47A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attendees-span-2">
            <a:extLst xmlns:a="http://schemas.openxmlformats.org/drawingml/2006/main">
              <a:ext uri="{FF2B5EF4-FFF2-40B4-BE49-F238E27FC236}">
                <a16:creationId xmlns:a16="http://schemas.microsoft.com/office/drawing/2014/main" id="{9320317B-B9B1-411B-8AE1-9D7C5EE3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attendees-p-3">
            <a:extLst xmlns:a="http://schemas.openxmlformats.org/drawingml/2006/main">
              <a:ext uri="{FF2B5EF4-FFF2-40B4-BE49-F238E27FC236}">
                <a16:creationId xmlns:a16="http://schemas.microsoft.com/office/drawing/2014/main" id="{749AC401-5D16-461E-807A-BDC9D7D5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725275"/>
            <a:ext cx="5818138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TO EVERYONE WHO JOINED US</a:t>
            </a:r>
          </a:p>
        </p:txBody>
      </p:sp>
      <p:sp>
        <p:nvSpPr>
          <p:cNvPr id="5" name="attendees-h1-4">
            <a:extLst xmlns:a="http://schemas.openxmlformats.org/drawingml/2006/main">
              <a:ext uri="{FF2B5EF4-FFF2-40B4-BE49-F238E27FC236}">
                <a16:creationId xmlns:a16="http://schemas.microsoft.com/office/drawing/2014/main" id="{EA625572-1199-4E95-8F30-822D5285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3147668"/>
            <a:ext cx="9281815" cy="230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THANK YOU</a:t>
            </a:r>
          </a:p>
        </p:txBody>
      </p:sp>
      <p:sp>
        <p:nvSpPr>
          <p:cNvPr id="6" name="attendees-h1-5">
            <a:extLst xmlns:a="http://schemas.openxmlformats.org/drawingml/2006/main">
              <a:ext uri="{FF2B5EF4-FFF2-40B4-BE49-F238E27FC236}">
                <a16:creationId xmlns:a16="http://schemas.microsoft.com/office/drawing/2014/main" id="{C458FEB1-EB57-4C10-9491-813ACA0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4755161"/>
            <a:ext cx="14464457" cy="230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FOR BEING HERE.</a:t>
            </a:r>
          </a:p>
        </p:txBody>
      </p:sp>
      <p:sp>
        <p:nvSpPr>
          <p:cNvPr id="7" name="attendees-p-6">
            <a:extLst xmlns:a="http://schemas.openxmlformats.org/drawingml/2006/main">
              <a:ext uri="{FF2B5EF4-FFF2-40B4-BE49-F238E27FC236}">
                <a16:creationId xmlns:a16="http://schemas.microsoft.com/office/drawing/2014/main" id="{CE0369CF-936E-4E44-8D30-73BD1B07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6993511"/>
            <a:ext cx="11081593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For your questions, posters &amp; conversations.</a:t>
            </a:r>
          </a:p>
        </p:txBody>
      </p:sp>
      <p:sp>
        <p:nvSpPr>
          <p:cNvPr id="8" name="attendees-span-7">
            <a:extLst xmlns:a="http://schemas.openxmlformats.org/drawingml/2006/main">
              <a:ext uri="{FF2B5EF4-FFF2-40B4-BE49-F238E27FC236}">
                <a16:creationId xmlns:a16="http://schemas.microsoft.com/office/drawing/2014/main" id="{7FE6D330-1F09-46E0-B174-C614E421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9" name="attendees-span-8">
            <a:extLst xmlns:a="http://schemas.openxmlformats.org/drawingml/2006/main">
              <a:ext uri="{FF2B5EF4-FFF2-40B4-BE49-F238E27FC236}">
                <a16:creationId xmlns:a16="http://schemas.microsoft.com/office/drawing/2014/main" id="{3D9C6F37-9370-41E6-BDC1-05BB1567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7809" y="9440446"/>
            <a:ext cx="695920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2326343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6E01B-49E7-44AA-8919-A8CB8A1C57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d1098b614422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group-photo-span-1">
            <a:extLst xmlns:a="http://schemas.openxmlformats.org/drawingml/2006/main">
              <a:ext uri="{FF2B5EF4-FFF2-40B4-BE49-F238E27FC236}">
                <a16:creationId xmlns:a16="http://schemas.microsoft.com/office/drawing/2014/main" id="{7DD814E5-5A60-4550-9315-EDBD2377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group-photo-span-2">
            <a:extLst xmlns:a="http://schemas.openxmlformats.org/drawingml/2006/main">
              <a:ext uri="{FF2B5EF4-FFF2-40B4-BE49-F238E27FC236}">
                <a16:creationId xmlns:a16="http://schemas.microsoft.com/office/drawing/2014/main" id="{63E01416-4201-43C1-A237-258B9BC7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group-photo-h1-3">
            <a:extLst xmlns:a="http://schemas.openxmlformats.org/drawingml/2006/main">
              <a:ext uri="{FF2B5EF4-FFF2-40B4-BE49-F238E27FC236}">
                <a16:creationId xmlns:a16="http://schemas.microsoft.com/office/drawing/2014/main" id="{A43BB2C8-C382-43F3-929D-9A2EB5BE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903" y="6554120"/>
            <a:ext cx="8166795" cy="162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GROUP PHOTO</a:t>
            </a:r>
          </a:p>
        </p:txBody>
      </p:sp>
      <p:sp>
        <p:nvSpPr>
          <p:cNvPr id="5" name="group-photo-span-4">
            <a:extLst xmlns:a="http://schemas.openxmlformats.org/drawingml/2006/main">
              <a:ext uri="{FF2B5EF4-FFF2-40B4-BE49-F238E27FC236}">
                <a16:creationId xmlns:a16="http://schemas.microsoft.com/office/drawing/2014/main" id="{2E17C891-10EA-4685-8594-F98065AF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6" name="group-photo-span-5">
            <a:extLst xmlns:a="http://schemas.openxmlformats.org/drawingml/2006/main">
              <a:ext uri="{FF2B5EF4-FFF2-40B4-BE49-F238E27FC236}">
                <a16:creationId xmlns:a16="http://schemas.microsoft.com/office/drawing/2014/main" id="{84E8F0ED-43C7-410B-A4D1-AEDA74E9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749" y="9440446"/>
            <a:ext cx="700980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831225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0CD91-9B18-4039-8560-BF59BA2973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a5292c2a54d4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A8849-8CC4-4262-BD49-41BEF08AFD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2723f80b6425e"/>
          <a:stretch xmlns:a="http://schemas.openxmlformats.org/drawingml/2006/main"/>
        </p:blipFill>
        <p:spPr>
          <a:xfrm xmlns:a="http://schemas.openxmlformats.org/drawingml/2006/main">
            <a:off x="6148388" y="2202061"/>
            <a:ext cx="5991076" cy="59910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920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732F8-0B8A-4864-8541-69AC3866A5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570fddb934cb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6DDC7-65A5-4B3E-9ACB-F043201D5C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33895b57c4250"/>
          <a:stretch xmlns:a="http://schemas.openxmlformats.org/drawingml/2006/main"/>
        </p:blipFill>
        <p:spPr>
          <a:xfrm xmlns:a="http://schemas.openxmlformats.org/drawingml/2006/main">
            <a:off x="824441" y="2701230"/>
            <a:ext cx="6019635" cy="4992588"/>
          </a:xfrm>
          <a:prstGeom xmlns:a="http://schemas.openxmlformats.org/drawingml/2006/main" prst="rect">
            <a:avLst/>
          </a:prstGeom>
        </p:spPr>
      </p:pic>
      <p:sp>
        <p:nvSpPr>
          <p:cNvPr id="3" name="afterparty-span-1">
            <a:extLst xmlns:a="http://schemas.openxmlformats.org/drawingml/2006/main">
              <a:ext uri="{FF2B5EF4-FFF2-40B4-BE49-F238E27FC236}">
                <a16:creationId xmlns:a16="http://schemas.microsoft.com/office/drawing/2014/main" id="{85B37206-4A2D-4FE0-9EAA-52FAE90A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4" name="afterparty-span-2">
            <a:extLst xmlns:a="http://schemas.openxmlformats.org/drawingml/2006/main">
              <a:ext uri="{FF2B5EF4-FFF2-40B4-BE49-F238E27FC236}">
                <a16:creationId xmlns:a16="http://schemas.microsoft.com/office/drawing/2014/main" id="{F685B2CE-9455-4E87-B917-10B329C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5" name="afterparty-h1-3">
            <a:extLst xmlns:a="http://schemas.openxmlformats.org/drawingml/2006/main">
              <a:ext uri="{FF2B5EF4-FFF2-40B4-BE49-F238E27FC236}">
                <a16:creationId xmlns:a16="http://schemas.microsoft.com/office/drawing/2014/main" id="{224CFA32-C35B-45A0-AE8D-67C4B393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45" y="3416941"/>
            <a:ext cx="8434239" cy="1845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1100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1100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AFTERPARTY</a:t>
            </a:r>
          </a:p>
        </p:txBody>
      </p:sp>
      <p:sp>
        <p:nvSpPr>
          <p:cNvPr id="6" name="afterparty-p-4">
            <a:extLst xmlns:a="http://schemas.openxmlformats.org/drawingml/2006/main">
              <a:ext uri="{FF2B5EF4-FFF2-40B4-BE49-F238E27FC236}">
                <a16:creationId xmlns:a16="http://schemas.microsoft.com/office/drawing/2014/main" id="{3F8B07D9-056E-49C0-A48E-E0CFF63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45" y="5376195"/>
            <a:ext cx="5219700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Right here at Marsio.</a:t>
            </a:r>
          </a:p>
        </p:txBody>
      </p:sp>
      <p:sp>
        <p:nvSpPr>
          <p:cNvPr id="7" name="afterparty-p-5">
            <a:extLst xmlns:a="http://schemas.openxmlformats.org/drawingml/2006/main">
              <a:ext uri="{FF2B5EF4-FFF2-40B4-BE49-F238E27FC236}">
                <a16:creationId xmlns:a16="http://schemas.microsoft.com/office/drawing/2014/main" id="{D84252A0-D4DF-4406-B042-AA67F9E9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45" y="6274528"/>
            <a:ext cx="2068116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rPr>
              <a:t>17:15-21:00</a:t>
            </a:r>
          </a:p>
        </p:txBody>
      </p:sp>
      <p:sp>
        <p:nvSpPr>
          <p:cNvPr id="8" name="afterparty-span-6">
            <a:extLst xmlns:a="http://schemas.openxmlformats.org/drawingml/2006/main">
              <a:ext uri="{FF2B5EF4-FFF2-40B4-BE49-F238E27FC236}">
                <a16:creationId xmlns:a16="http://schemas.microsoft.com/office/drawing/2014/main" id="{A83FA65E-6215-4D65-9AE1-4E8B0420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9" name="afterparty-span-7">
            <a:extLst xmlns:a="http://schemas.openxmlformats.org/drawingml/2006/main">
              <a:ext uri="{FF2B5EF4-FFF2-40B4-BE49-F238E27FC236}">
                <a16:creationId xmlns:a16="http://schemas.microsoft.com/office/drawing/2014/main" id="{48682C93-4FFD-439D-ABFA-4E9E7459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0516" y="9440446"/>
            <a:ext cx="703213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131298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2026-10-13T05:17:15.7240000Z</dcterms:created>
  <dcterms:modified xsi:type="dcterms:W3CDTF">2026-10-13T05:17:15.7240000Z</dcterms:modified>
</coreProperties>
</file>