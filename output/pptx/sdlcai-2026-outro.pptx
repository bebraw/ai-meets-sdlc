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5787a84b944702" /><Relationship Type="http://schemas.openxmlformats.org/officeDocument/2006/relationships/extended-properties" Target="/docProps/app.xml" Id="R7ce813071f9a4034" /><Relationship Type="http://schemas.openxmlformats.org/officeDocument/2006/relationships/officeDocument" Target="/ppt/presentation.xml" Id="R580401035c0f4d7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d3a091543544982"/>
  </p:sldMasterIdLst>
  <p:notesMasterIdLst>
    <p:notesMasterId xmlns:r="http://schemas.openxmlformats.org/officeDocument/2006/relationships" r:id="Rd9b66c71230949a1"/>
  </p:notesMasterIdLst>
  <p:sldIdLst>
    <p:sldId xmlns:r="http://schemas.openxmlformats.org/officeDocument/2006/relationships" id="256" r:id="Ra67eafe42fee4ae4"/>
    <p:sldId xmlns:r="http://schemas.openxmlformats.org/officeDocument/2006/relationships" id="257" r:id="R7a881237fabf46d2"/>
    <p:sldId xmlns:r="http://schemas.openxmlformats.org/officeDocument/2006/relationships" id="258" r:id="R85d3e55f31b74274"/>
    <p:sldId xmlns:r="http://schemas.openxmlformats.org/officeDocument/2006/relationships" id="259" r:id="Rbaab1c551cb94b58"/>
    <p:sldId xmlns:r="http://schemas.openxmlformats.org/officeDocument/2006/relationships" id="260" r:id="R0ecbe8ece7cf4386"/>
    <p:sldId xmlns:r="http://schemas.openxmlformats.org/officeDocument/2006/relationships" id="261" r:id="Rea5047963b3443cb"/>
    <p:sldId xmlns:r="http://schemas.openxmlformats.org/officeDocument/2006/relationships" id="262" r:id="R4cf318cd3f6b405c"/>
    <p:sldId xmlns:r="http://schemas.openxmlformats.org/officeDocument/2006/relationships" id="263" r:id="R617c9ce95d2741a3"/>
  </p:sldIdLst>
  <p:sldSz cx="18288000" cy="10287000"/>
  <p:notesSz cx="6858000" cy="9144000"/>
  <p:embeddedFontLst>
    <p:embeddedFont>
      <p:font typeface="Finlandica Headline"/>
      <p:bold xmlns:ns1="http://schemas.openxmlformats.org/officeDocument/2006/relationships" ns1:id="rIdEmbedded-headline-bold"/>
    </p:embeddedFont>
    <p:embeddedFont>
      <p:font typeface="Finlandica Text"/>
      <p:regular xmlns:ns2="http://schemas.openxmlformats.org/officeDocument/2006/relationships" ns2:id="rIdEmbedded-text-regular"/>
      <p:bold xmlns:ns3="http://schemas.openxmlformats.org/officeDocument/2006/relationships" ns3:id="rIdEmbedded-text-bol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726e9d31172346d3"/><Relationship Type="http://schemas.openxmlformats.org/officeDocument/2006/relationships/slideMaster" Target="/ppt/slideMasters/slideMaster1.xml" Id="Rdd3a091543544982"/><Relationship Type="http://schemas.openxmlformats.org/officeDocument/2006/relationships/notesMaster" Target="/ppt/notesMasters/notesMaster1.xml" Id="Rd9b66c71230949a1"/><Relationship Type="http://schemas.openxmlformats.org/officeDocument/2006/relationships/presProps" Target="/ppt/presProps.xml" Id="R76d140917a9a4060"/><Relationship Type="http://schemas.openxmlformats.org/officeDocument/2006/relationships/tableStyles" Target="/ppt/tableStyles.xml" Id="R8d4f94b09f9a420b"/><Relationship Type="http://schemas.openxmlformats.org/officeDocument/2006/relationships/slide" Target="/ppt/slides/slide1.xml" Id="Ra67eafe42fee4ae4"/><Relationship Type="http://schemas.openxmlformats.org/officeDocument/2006/relationships/slide" Target="/ppt/slides/slide2.xml" Id="R7a881237fabf46d2"/><Relationship Type="http://schemas.openxmlformats.org/officeDocument/2006/relationships/slide" Target="/ppt/slides/slide3.xml" Id="R85d3e55f31b74274"/><Relationship Type="http://schemas.openxmlformats.org/officeDocument/2006/relationships/slide" Target="/ppt/slides/slide4.xml" Id="Rbaab1c551cb94b58"/><Relationship Type="http://schemas.openxmlformats.org/officeDocument/2006/relationships/slide" Target="/ppt/slides/slide5.xml" Id="R0ecbe8ece7cf4386"/><Relationship Type="http://schemas.openxmlformats.org/officeDocument/2006/relationships/slide" Target="/ppt/slides/slide6.xml" Id="Rea5047963b3443cb"/><Relationship Type="http://schemas.openxmlformats.org/officeDocument/2006/relationships/slide" Target="/ppt/slides/slide7.xml" Id="R4cf318cd3f6b405c"/><Relationship Type="http://schemas.openxmlformats.org/officeDocument/2006/relationships/slide" Target="/ppt/slides/slide8.xml" Id="R617c9ce95d2741a3"/><Relationship Id="rIdEmbedded-headline-bold" Type="http://schemas.openxmlformats.org/officeDocument/2006/relationships/font" Target="fonts/headline-bold.fntdata"/><Relationship Id="rIdEmbedded-text-regular" Type="http://schemas.openxmlformats.org/officeDocument/2006/relationships/font" Target="fonts/text-regular.fntdata"/><Relationship Id="rIdEmbedded-text-bold" Type="http://schemas.openxmlformats.org/officeDocument/2006/relationships/font" Target="fonts/text-bold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c98794e4084e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3376a214c04110" /><Relationship Type="http://schemas.openxmlformats.org/officeDocument/2006/relationships/notesMaster" Target="/ppt/notesMasters/notesMaster1.xml" Id="Rf62eb8b3b4e94f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e2ac14ca6b422e" /><Relationship Type="http://schemas.openxmlformats.org/officeDocument/2006/relationships/notesMaster" Target="/ppt/notesMasters/notesMaster1.xml" Id="R3a72ee2e222748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2e6057132649a1" /><Relationship Type="http://schemas.openxmlformats.org/officeDocument/2006/relationships/notesMaster" Target="/ppt/notesMasters/notesMaster1.xml" Id="R76784ea062fb42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f5d54ce18446e" /><Relationship Type="http://schemas.openxmlformats.org/officeDocument/2006/relationships/notesMaster" Target="/ppt/notesMasters/notesMaster1.xml" Id="R7ec791d383ae45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2cdf58383e41bd" /><Relationship Type="http://schemas.openxmlformats.org/officeDocument/2006/relationships/notesMaster" Target="/ppt/notesMasters/notesMaster1.xml" Id="Re103af86770a46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a858e82d91421d" /><Relationship Type="http://schemas.openxmlformats.org/officeDocument/2006/relationships/notesMaster" Target="/ppt/notesMasters/notesMaster1.xml" Id="R1b772d251b3d44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6fc6ac9a5b4060" /><Relationship Type="http://schemas.openxmlformats.org/officeDocument/2006/relationships/notesMaster" Target="/ppt/notesMasters/notesMaster1.xml" Id="Ra0f2a5973c7c48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9ee9b7960c4b23" /><Relationship Type="http://schemas.openxmlformats.org/officeDocument/2006/relationships/notesMaster" Target="/ppt/notesMasters/notesMaster1.xml" Id="R37382f37388943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https://sdlcai.org/slides/closing/#recap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https://sdlcai.org/slides/closing/#speakers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https://sdlcai.org/slides/closing/#sponsors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https://sdlcai.org/slides/closing/#crew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https://sdlcai.org/slides/closing/#attendees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https://sdlcai.org/slides/closing/#group-photo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https://sdlcai.org/slides/closing/#logo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SDLCAI closing slides</a:t>
            </a:r>
          </a:p>
          <a:p xmlns:a="http://schemas.openxmlformats.org/drawingml/2006/main">
            <a:r>
              <a:t>https://sdlcai.org/slides/closing/#afterparty</a:t>
            </a:r>
          </a:p>
          <a:p xmlns:a="http://schemas.openxmlformats.org/drawingml/2006/main">
            <a:r>
              <a:t>Local source: site/layouts/slide-closing.html</a:t>
            </a:r>
          </a:p>
          <a:p xmlns:a="http://schemas.openxmlformats.org/drawingml/2006/main">
            <a:r>
              <a:t>Original speaker photographs and sponsor logos from assets/.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9d40d8c864f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7fc7503bd644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dc4fa1a034b0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1b2b5f9fe54d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caf0b37c94b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ed735d2a5049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9462A7-A5A7-468E-8DA7-1553BE7F41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B4A48D3-551A-4256-97D5-626A659FD9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0CAE1F-4BA9-463B-AA81-7CD217B62C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3DF845-0D5D-4266-8B07-5AAE4F441E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EAC29C-94B9-48C6-94F0-06CD20CE5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0066FB-EA02-4B3F-857A-18144D20B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DDD7B2-38B8-4879-BCDF-19F4833F03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8DF8CA-F37A-4D44-AABB-3841A50C6C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FE9F81-6913-4EC7-8788-00E87B0846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16E2D4-4AA3-4A8C-8F4D-9BD6B70DD1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20103f2df04af9" /><Relationship Type="http://schemas.openxmlformats.org/officeDocument/2006/relationships/slideLayout" Target="/ppt/slideLayouts/slideLayout1.xml" Id="Rad9e42ab67a04d7f" /><Relationship Type="http://schemas.openxmlformats.org/officeDocument/2006/relationships/slideLayout" Target="/ppt/slideLayouts/slideLayout2.xml" Id="R04567268756740a5" /><Relationship Type="http://schemas.openxmlformats.org/officeDocument/2006/relationships/slideLayout" Target="/ppt/slideLayouts/slideLayout3.xml" Id="R104d37d8bd914dd2" /><Relationship Type="http://schemas.openxmlformats.org/officeDocument/2006/relationships/slideLayout" Target="/ppt/slideLayouts/slideLayout4.xml" Id="R3e4dab4b128a442b" /><Relationship Type="http://schemas.openxmlformats.org/officeDocument/2006/relationships/slideLayout" Target="/ppt/slideLayouts/slideLayout5.xml" Id="Rb1f181910c024342" /><Relationship Type="http://schemas.openxmlformats.org/officeDocument/2006/relationships/slideLayout" Target="/ppt/slideLayouts/slideLayout6.xml" Id="R5f8ca83b276347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9e42ab67a04d7f"/>
    <p:sldLayoutId xmlns:r="http://schemas.openxmlformats.org/officeDocument/2006/relationships" id="2147483650" r:id="R04567268756740a5"/>
    <p:sldLayoutId xmlns:r="http://schemas.openxmlformats.org/officeDocument/2006/relationships" id="2147483651" r:id="R104d37d8bd914dd2"/>
    <p:sldLayoutId xmlns:r="http://schemas.openxmlformats.org/officeDocument/2006/relationships" id="2147483652" r:id="R3e4dab4b128a442b"/>
    <p:sldLayoutId xmlns:r="http://schemas.openxmlformats.org/officeDocument/2006/relationships" id="2147483653" r:id="Rb1f181910c024342"/>
    <p:sldLayoutId xmlns:r="http://schemas.openxmlformats.org/officeDocument/2006/relationships" id="2147483654" r:id="R5f8ca83b276347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fe10460ec4e68" /><Relationship Type="http://schemas.openxmlformats.org/officeDocument/2006/relationships/image" Target="/ppt/media/image.png" Id="R53ab902e7d4d457d" /><Relationship Type="http://schemas.openxmlformats.org/officeDocument/2006/relationships/notesSlide" Target="/ppt/notesSlides/notesSlide1.xml" Id="R10b5d097ce9c4a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567114dca44f93" /><Relationship Type="http://schemas.openxmlformats.org/officeDocument/2006/relationships/image" Target="/ppt/media/image2.png" Id="R58a011d343554c62" /><Relationship Type="http://schemas.openxmlformats.org/officeDocument/2006/relationships/image" Target="/ppt/media/image3.png" Id="Rbfdf4329390240b4" /><Relationship Type="http://schemas.openxmlformats.org/officeDocument/2006/relationships/image" Target="/ppt/media/image4.png" Id="R2d198c4500324f42" /><Relationship Type="http://schemas.openxmlformats.org/officeDocument/2006/relationships/image" Target="/ppt/media/image5.png" Id="R727a7eb5b8714eb3" /><Relationship Type="http://schemas.openxmlformats.org/officeDocument/2006/relationships/image" Target="/ppt/media/image6.png" Id="Rb1b9631f913b4174" /><Relationship Type="http://schemas.openxmlformats.org/officeDocument/2006/relationships/image" Target="/ppt/media/image7.png" Id="Rc512c9c135584ed8" /><Relationship Type="http://schemas.openxmlformats.org/officeDocument/2006/relationships/image" Target="/ppt/media/image8.png" Id="R973892687207401f" /><Relationship Type="http://schemas.openxmlformats.org/officeDocument/2006/relationships/image" Target="/ppt/media/image9.png" Id="R4b6db3ee53ea4ba5" /><Relationship Type="http://schemas.openxmlformats.org/officeDocument/2006/relationships/image" Target="/ppt/media/image10.png" Id="R9f1dbab82f674419" /><Relationship Type="http://schemas.openxmlformats.org/officeDocument/2006/relationships/image" Target="/ppt/media/image11.png" Id="Rc46ee52825f1445f" /><Relationship Type="http://schemas.openxmlformats.org/officeDocument/2006/relationships/image" Target="/ppt/media/image12.png" Id="R07bddc3056af455b" /><Relationship Type="http://schemas.openxmlformats.org/officeDocument/2006/relationships/notesSlide" Target="/ppt/notesSlides/notesSlide2.xml" Id="Ra13a8d5e4c324f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a3115a4d0248ca" /><Relationship Type="http://schemas.openxmlformats.org/officeDocument/2006/relationships/image" Target="/ppt/media/image13.png" Id="Rc8d618d4e9d54bac" /><Relationship Type="http://schemas.openxmlformats.org/officeDocument/2006/relationships/image" Target="/ppt/media/image14.png" Id="Rfd7e77a2cc8f4f75" /><Relationship Type="http://schemas.openxmlformats.org/officeDocument/2006/relationships/image" Target="/ppt/media/image15.png" Id="R9481a55f14304f8e" /><Relationship Type="http://schemas.openxmlformats.org/officeDocument/2006/relationships/image" Target="/ppt/media/image16.png" Id="Rf8392e4e42aa4005" /><Relationship Type="http://schemas.openxmlformats.org/officeDocument/2006/relationships/image" Target="/ppt/media/image17.png" Id="R747816f3084c4d04" /><Relationship Type="http://schemas.openxmlformats.org/officeDocument/2006/relationships/image" Target="/ppt/media/image18.png" Id="R311ba663d6474939" /><Relationship Type="http://schemas.openxmlformats.org/officeDocument/2006/relationships/image" Target="/ppt/media/image19.png" Id="Rb3fa6c09739e44f1" /><Relationship Type="http://schemas.openxmlformats.org/officeDocument/2006/relationships/image" Target="/ppt/media/image20.png" Id="R707fbe21bca74687" /><Relationship Type="http://schemas.openxmlformats.org/officeDocument/2006/relationships/notesSlide" Target="/ppt/notesSlides/notesSlide3.xml" Id="R5635982ca78840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131c5dd13b4585" /><Relationship Type="http://schemas.openxmlformats.org/officeDocument/2006/relationships/image" Target="/ppt/media/image21.png" Id="R07c8ae5a124d43c4" /><Relationship Type="http://schemas.openxmlformats.org/officeDocument/2006/relationships/notesSlide" Target="/ppt/notesSlides/notesSlide4.xml" Id="R2ce9f1e5eb9041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a2b7577b6483d" /><Relationship Type="http://schemas.openxmlformats.org/officeDocument/2006/relationships/image" Target="/ppt/media/image22.png" Id="R62d01bf12b964202" /><Relationship Type="http://schemas.openxmlformats.org/officeDocument/2006/relationships/notesSlide" Target="/ppt/notesSlides/notesSlide5.xml" Id="R46523ba8efd344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be10387e074636" /><Relationship Type="http://schemas.openxmlformats.org/officeDocument/2006/relationships/image" Target="/ppt/media/image23.png" Id="R82660c4114af4331" /><Relationship Type="http://schemas.openxmlformats.org/officeDocument/2006/relationships/notesSlide" Target="/ppt/notesSlides/notesSlide6.xml" Id="R262349ee921844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67de0b957f4a2e" /><Relationship Type="http://schemas.openxmlformats.org/officeDocument/2006/relationships/image" Target="/ppt/media/image24.png" Id="R838553be59684fcf" /><Relationship Type="http://schemas.openxmlformats.org/officeDocument/2006/relationships/image" Target="/ppt/media/image25.png" Id="R334c8fb093614332" /><Relationship Type="http://schemas.openxmlformats.org/officeDocument/2006/relationships/notesSlide" Target="/ppt/notesSlides/notesSlide7.xml" Id="R78f4211bfaf047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e22381acbc4b67" /><Relationship Type="http://schemas.openxmlformats.org/officeDocument/2006/relationships/image" Target="/ppt/media/image26.png" Id="R9f5fcefd9dd942a4" /><Relationship Type="http://schemas.openxmlformats.org/officeDocument/2006/relationships/image" Target="/ppt/media/image27.png" Id="R6f56c8c9928a448d" /><Relationship Type="http://schemas.openxmlformats.org/officeDocument/2006/relationships/notesSlide" Target="/ppt/notesSlides/notesSlide8.xml" Id="Rbcea7d47a8c647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3FAAF-6BEF-4EF6-ACA8-8675BF54B1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b902e7d4d457d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recap-span-1">
            <a:extLst xmlns:a="http://schemas.openxmlformats.org/drawingml/2006/main">
              <a:ext uri="{FF2B5EF4-FFF2-40B4-BE49-F238E27FC236}">
                <a16:creationId xmlns:a16="http://schemas.microsoft.com/office/drawing/2014/main" id="{F51F7C7B-F988-45CA-8BF0-A2670B58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recap-span-2">
            <a:extLst xmlns:a="http://schemas.openxmlformats.org/drawingml/2006/main">
              <a:ext uri="{FF2B5EF4-FFF2-40B4-BE49-F238E27FC236}">
                <a16:creationId xmlns:a16="http://schemas.microsoft.com/office/drawing/2014/main" id="{BAEAD104-909F-4DAA-BC3F-2B042CF3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recap-h1-3">
            <a:extLst xmlns:a="http://schemas.openxmlformats.org/drawingml/2006/main">
              <a:ext uri="{FF2B5EF4-FFF2-40B4-BE49-F238E27FC236}">
                <a16:creationId xmlns:a16="http://schemas.microsoft.com/office/drawing/2014/main" id="{1FE137E1-98ED-485E-8904-9B7A6082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42692"/>
            <a:ext cx="9965978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TODAY AT SDLCAI</a:t>
            </a:r>
          </a:p>
        </p:txBody>
      </p:sp>
      <p:sp>
        <p:nvSpPr>
          <p:cNvPr id="5" name="recap-span-4">
            <a:extLst xmlns:a="http://schemas.openxmlformats.org/drawingml/2006/main">
              <a:ext uri="{FF2B5EF4-FFF2-40B4-BE49-F238E27FC236}">
                <a16:creationId xmlns:a16="http://schemas.microsoft.com/office/drawing/2014/main" id="{7A24DEA8-A157-4FDD-B1A3-3CAF392E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319344"/>
            <a:ext cx="57760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01</a:t>
            </a:r>
          </a:p>
        </p:txBody>
      </p:sp>
      <p:sp>
        <p:nvSpPr>
          <p:cNvPr id="6" name="recap-strong-5">
            <a:extLst xmlns:a="http://schemas.openxmlformats.org/drawingml/2006/main">
              <a:ext uri="{FF2B5EF4-FFF2-40B4-BE49-F238E27FC236}">
                <a16:creationId xmlns:a16="http://schemas.microsoft.com/office/drawing/2014/main" id="{FA8B9599-F71A-4433-A739-DA8E887F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2986499"/>
            <a:ext cx="11096476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AI IN REAL ENGINEERING PIPELINES</a:t>
            </a:r>
          </a:p>
        </p:txBody>
      </p:sp>
      <p:sp>
        <p:nvSpPr>
          <p:cNvPr id="7" name="recap-span-6">
            <a:extLst xmlns:a="http://schemas.openxmlformats.org/drawingml/2006/main">
              <a:ext uri="{FF2B5EF4-FFF2-40B4-BE49-F238E27FC236}">
                <a16:creationId xmlns:a16="http://schemas.microsoft.com/office/drawing/2014/main" id="{8E323965-2311-44F4-B06B-53031433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895732"/>
            <a:ext cx="629096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02</a:t>
            </a:r>
          </a:p>
        </p:txBody>
      </p:sp>
      <p:sp>
        <p:nvSpPr>
          <p:cNvPr id="8" name="recap-strong-7">
            <a:extLst xmlns:a="http://schemas.openxmlformats.org/drawingml/2006/main">
              <a:ext uri="{FF2B5EF4-FFF2-40B4-BE49-F238E27FC236}">
                <a16:creationId xmlns:a16="http://schemas.microsoft.com/office/drawing/2014/main" id="{05329C29-1FA9-4140-A059-824780D6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4562886"/>
            <a:ext cx="10812512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QUALITY, TESTING &amp; REVIEW UNDER</a:t>
            </a:r>
          </a:p>
        </p:txBody>
      </p:sp>
      <p:sp>
        <p:nvSpPr>
          <p:cNvPr id="9" name="recap-strong-8">
            <a:extLst xmlns:a="http://schemas.openxmlformats.org/drawingml/2006/main">
              <a:ext uri="{FF2B5EF4-FFF2-40B4-BE49-F238E27FC236}">
                <a16:creationId xmlns:a16="http://schemas.microsoft.com/office/drawing/2014/main" id="{B79D0513-58C4-421A-B8C4-1D8F2531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5226809"/>
            <a:ext cx="3986808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AUTOMATION</a:t>
            </a:r>
          </a:p>
        </p:txBody>
      </p:sp>
      <p:sp>
        <p:nvSpPr>
          <p:cNvPr id="10" name="recap-span-9">
            <a:extLst xmlns:a="http://schemas.openxmlformats.org/drawingml/2006/main">
              <a:ext uri="{FF2B5EF4-FFF2-40B4-BE49-F238E27FC236}">
                <a16:creationId xmlns:a16="http://schemas.microsoft.com/office/drawing/2014/main" id="{F6992CE6-5100-47AC-8FDC-0328F837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131577"/>
            <a:ext cx="629692" cy="395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359" b="0" spc="0" kern="0">
                <a:solidFill>
                  <a:srgbClr val="979693"/>
                </a:solidFill>
                <a:latin typeface="Finlandica Text"/>
                <a:ea typeface="Finlandica Text"/>
                <a:cs typeface="Finlandica Text"/>
              </a:rPr>
              <a:t>03</a:t>
            </a:r>
          </a:p>
        </p:txBody>
      </p:sp>
      <p:sp>
        <p:nvSpPr>
          <p:cNvPr id="11" name="recap-strong-10">
            <a:extLst xmlns:a="http://schemas.openxmlformats.org/drawingml/2006/main">
              <a:ext uri="{FF2B5EF4-FFF2-40B4-BE49-F238E27FC236}">
                <a16:creationId xmlns:a16="http://schemas.microsoft.com/office/drawing/2014/main" id="{5C9E3EA5-2E09-4963-A4A8-FE1DC64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6798731"/>
            <a:ext cx="10904934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LEADERSHIP &amp; GOVERNANCE FOR AI</a:t>
            </a:r>
          </a:p>
        </p:txBody>
      </p:sp>
      <p:sp>
        <p:nvSpPr>
          <p:cNvPr id="12" name="recap-strong-11">
            <a:extLst xmlns:a="http://schemas.openxmlformats.org/drawingml/2006/main">
              <a:ext uri="{FF2B5EF4-FFF2-40B4-BE49-F238E27FC236}">
                <a16:creationId xmlns:a16="http://schemas.microsoft.com/office/drawing/2014/main" id="{FDB57CEA-D71A-476D-8C0D-007B8CD8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48" y="7462654"/>
            <a:ext cx="3244453" cy="834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498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ADOPTION</a:t>
            </a:r>
          </a:p>
        </p:txBody>
      </p:sp>
      <p:sp>
        <p:nvSpPr>
          <p:cNvPr id="13" name="recap-p-12">
            <a:extLst xmlns:a="http://schemas.openxmlformats.org/drawingml/2006/main">
              <a:ext uri="{FF2B5EF4-FFF2-40B4-BE49-F238E27FC236}">
                <a16:creationId xmlns:a16="http://schemas.microsoft.com/office/drawing/2014/main" id="{D9D18876-775B-499E-8993-83CA5505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882146"/>
            <a:ext cx="967635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Industry &amp; academia. Talks, posters &amp; hallway conversations.</a:t>
            </a:r>
          </a:p>
        </p:txBody>
      </p:sp>
      <p:sp>
        <p:nvSpPr>
          <p:cNvPr id="14" name="recap-span-13">
            <a:extLst xmlns:a="http://schemas.openxmlformats.org/drawingml/2006/main">
              <a:ext uri="{FF2B5EF4-FFF2-40B4-BE49-F238E27FC236}">
                <a16:creationId xmlns:a16="http://schemas.microsoft.com/office/drawing/2014/main" id="{903EB272-7C46-4E50-B66D-23776184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5" name="recap-span-14">
            <a:extLst xmlns:a="http://schemas.openxmlformats.org/drawingml/2006/main">
              <a:ext uri="{FF2B5EF4-FFF2-40B4-BE49-F238E27FC236}">
                <a16:creationId xmlns:a16="http://schemas.microsoft.com/office/drawing/2014/main" id="{38A9141F-6528-42E6-8326-F7022CA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1621" y="9440446"/>
            <a:ext cx="6721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 / 8</a:t>
            </a:r>
          </a:p>
        </p:txBody>
      </p:sp>
    </p:spTree>
    <p:extLst>
      <p:ext uri="{BB962C8B-B14F-4D97-AF65-F5344CB8AC3E}">
        <p14:creationId xmlns:p14="http://schemas.microsoft.com/office/powerpoint/2010/main" val="21409446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E105FD-E787-4603-BBC9-F27A2878C1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011d343554c62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FF30D-D979-488B-AA62-BF58C82F08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f4329390240b4"/>
          <a:stretch xmlns:a="http://schemas.openxmlformats.org/drawingml/2006/main"/>
        </p:blipFill>
        <p:spPr>
          <a:xfrm xmlns:a="http://schemas.openxmlformats.org/drawingml/2006/main">
            <a:off x="827720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7D8D9-DE04-419F-A859-7C9894B70C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98c4500324f42"/>
          <a:stretch xmlns:a="http://schemas.openxmlformats.org/drawingml/2006/main"/>
        </p:blipFill>
        <p:spPr>
          <a:xfrm xmlns:a="http://schemas.openxmlformats.org/drawingml/2006/main">
            <a:off x="4236033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3133FE-CBDB-4BF7-A410-0F5214319B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a7eb5b8714eb3"/>
          <a:stretch xmlns:a="http://schemas.openxmlformats.org/drawingml/2006/main"/>
        </p:blipFill>
        <p:spPr>
          <a:xfrm xmlns:a="http://schemas.openxmlformats.org/drawingml/2006/main">
            <a:off x="7649077" y="3256062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A13E1-9C81-4DF3-BF9B-9E28E70AAA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9631f913b4174"/>
          <a:stretch xmlns:a="http://schemas.openxmlformats.org/drawingml/2006/main"/>
        </p:blipFill>
        <p:spPr>
          <a:xfrm xmlns:a="http://schemas.openxmlformats.org/drawingml/2006/main">
            <a:off x="11052659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EF3A2-78BB-446F-85D9-3766BD5266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2c9c135584ed8"/>
          <a:stretch xmlns:a="http://schemas.openxmlformats.org/drawingml/2006/main"/>
        </p:blipFill>
        <p:spPr>
          <a:xfrm xmlns:a="http://schemas.openxmlformats.org/drawingml/2006/main">
            <a:off x="14460972" y="3256062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8D977-7440-4586-81AF-423F869EC6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892687207401f"/>
          <a:stretch xmlns:a="http://schemas.openxmlformats.org/drawingml/2006/main"/>
        </p:blipFill>
        <p:spPr>
          <a:xfrm xmlns:a="http://schemas.openxmlformats.org/drawingml/2006/main">
            <a:off x="827720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064F4-0645-46A2-A80A-3EE4CB378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db3ee53ea4ba5"/>
          <a:stretch xmlns:a="http://schemas.openxmlformats.org/drawingml/2006/main"/>
        </p:blipFill>
        <p:spPr>
          <a:xfrm xmlns:a="http://schemas.openxmlformats.org/drawingml/2006/main">
            <a:off x="4236033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497A4-3D06-4A79-86E6-8F4425FF16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dbab82f674419"/>
          <a:stretch xmlns:a="http://schemas.openxmlformats.org/drawingml/2006/main"/>
        </p:blipFill>
        <p:spPr>
          <a:xfrm xmlns:a="http://schemas.openxmlformats.org/drawingml/2006/main">
            <a:off x="7649077" y="6120408"/>
            <a:ext cx="2989847" cy="1863923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94682-041E-4E25-B684-0804F98C8F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ee52825f1445f"/>
          <a:stretch xmlns:a="http://schemas.openxmlformats.org/drawingml/2006/main"/>
        </p:blipFill>
        <p:spPr>
          <a:xfrm xmlns:a="http://schemas.openxmlformats.org/drawingml/2006/main">
            <a:off x="11052659" y="6120408"/>
            <a:ext cx="2999308" cy="1863923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52292-E5D8-46D6-AFF2-2EBB278DFD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c3056af455b"/>
          <a:stretch xmlns:a="http://schemas.openxmlformats.org/drawingml/2006/main"/>
        </p:blipFill>
        <p:spPr>
          <a:xfrm xmlns:a="http://schemas.openxmlformats.org/drawingml/2006/main">
            <a:off x="14460972" y="6120408"/>
            <a:ext cx="2999308" cy="1863923"/>
          </a:xfrm>
          <a:prstGeom xmlns:a="http://schemas.openxmlformats.org/drawingml/2006/main" prst="rect">
            <a:avLst/>
          </a:prstGeom>
        </p:spPr>
      </p:pic>
      <p:sp>
        <p:nvSpPr>
          <p:cNvPr id="12" name="speakers-span-1">
            <a:extLst xmlns:a="http://schemas.openxmlformats.org/drawingml/2006/main">
              <a:ext uri="{FF2B5EF4-FFF2-40B4-BE49-F238E27FC236}">
                <a16:creationId xmlns:a16="http://schemas.microsoft.com/office/drawing/2014/main" id="{5188545A-3E99-466E-96B2-C560C83B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3" name="speakers-span-2">
            <a:extLst xmlns:a="http://schemas.openxmlformats.org/drawingml/2006/main">
              <a:ext uri="{FF2B5EF4-FFF2-40B4-BE49-F238E27FC236}">
                <a16:creationId xmlns:a16="http://schemas.microsoft.com/office/drawing/2014/main" id="{FA6EFC93-5951-4155-9C7A-E4EC7358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4" name="speakers-h1-3">
            <a:extLst xmlns:a="http://schemas.openxmlformats.org/drawingml/2006/main">
              <a:ext uri="{FF2B5EF4-FFF2-40B4-BE49-F238E27FC236}">
                <a16:creationId xmlns:a16="http://schemas.microsoft.com/office/drawing/2014/main" id="{AF101B8D-B1C2-4561-9D10-7EFCB8C1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1831673"/>
            <a:ext cx="10473035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 SPEAKERS</a:t>
            </a:r>
          </a:p>
        </p:txBody>
      </p:sp>
      <p:sp>
        <p:nvSpPr>
          <p:cNvPr id="15" name="speakers-figcaption-4">
            <a:extLst xmlns:a="http://schemas.openxmlformats.org/drawingml/2006/main">
              <a:ext uri="{FF2B5EF4-FFF2-40B4-BE49-F238E27FC236}">
                <a16:creationId xmlns:a16="http://schemas.microsoft.com/office/drawing/2014/main" id="{E8A9E794-D5C9-40EB-AB04-39DBB2E7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191562"/>
            <a:ext cx="17101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Mo Khazali</a:t>
            </a:r>
          </a:p>
        </p:txBody>
      </p:sp>
      <p:sp>
        <p:nvSpPr>
          <p:cNvPr id="16" name="speakers-figcaption-5">
            <a:extLst xmlns:a="http://schemas.openxmlformats.org/drawingml/2006/main">
              <a:ext uri="{FF2B5EF4-FFF2-40B4-BE49-F238E27FC236}">
                <a16:creationId xmlns:a16="http://schemas.microsoft.com/office/drawing/2014/main" id="{5026922D-7B4B-4F38-9CFB-C073DB2B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5191562"/>
            <a:ext cx="261744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Ohans Emmanuel</a:t>
            </a:r>
          </a:p>
        </p:txBody>
      </p:sp>
      <p:sp>
        <p:nvSpPr>
          <p:cNvPr id="17" name="speakers-figcaption-6">
            <a:extLst xmlns:a="http://schemas.openxmlformats.org/drawingml/2006/main">
              <a:ext uri="{FF2B5EF4-FFF2-40B4-BE49-F238E27FC236}">
                <a16:creationId xmlns:a16="http://schemas.microsoft.com/office/drawing/2014/main" id="{0158C577-EE12-4F71-A8C9-874122CB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5191562"/>
            <a:ext cx="257294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Jenni Kylmäkoski</a:t>
            </a:r>
          </a:p>
        </p:txBody>
      </p:sp>
      <p:sp>
        <p:nvSpPr>
          <p:cNvPr id="18" name="speakers-figcaption-7">
            <a:extLst xmlns:a="http://schemas.openxmlformats.org/drawingml/2006/main">
              <a:ext uri="{FF2B5EF4-FFF2-40B4-BE49-F238E27FC236}">
                <a16:creationId xmlns:a16="http://schemas.microsoft.com/office/drawing/2014/main" id="{4A2CE043-C281-4177-AA3B-BE503523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191562"/>
            <a:ext cx="223807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Dr Muhammad</a:t>
            </a:r>
          </a:p>
        </p:txBody>
      </p:sp>
      <p:sp>
        <p:nvSpPr>
          <p:cNvPr id="19" name="speakers-figcaption-8">
            <a:extLst xmlns:a="http://schemas.openxmlformats.org/drawingml/2006/main">
              <a:ext uri="{FF2B5EF4-FFF2-40B4-BE49-F238E27FC236}">
                <a16:creationId xmlns:a16="http://schemas.microsoft.com/office/drawing/2014/main" id="{0FBDBF58-3979-4F2A-903F-F775E507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5488028"/>
            <a:ext cx="1381571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Waseem</a:t>
            </a:r>
          </a:p>
        </p:txBody>
      </p:sp>
      <p:sp>
        <p:nvSpPr>
          <p:cNvPr id="20" name="speakers-figcaption-9">
            <a:extLst xmlns:a="http://schemas.openxmlformats.org/drawingml/2006/main">
              <a:ext uri="{FF2B5EF4-FFF2-40B4-BE49-F238E27FC236}">
                <a16:creationId xmlns:a16="http://schemas.microsoft.com/office/drawing/2014/main" id="{D46A0D71-CF79-453F-A31B-A2872E25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5191562"/>
            <a:ext cx="2470100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Tapio Pitkäranta</a:t>
            </a:r>
          </a:p>
        </p:txBody>
      </p:sp>
      <p:sp>
        <p:nvSpPr>
          <p:cNvPr id="21" name="speakers-figcaption-10">
            <a:extLst xmlns:a="http://schemas.openxmlformats.org/drawingml/2006/main">
              <a:ext uri="{FF2B5EF4-FFF2-40B4-BE49-F238E27FC236}">
                <a16:creationId xmlns:a16="http://schemas.microsoft.com/office/drawing/2014/main" id="{95B4520C-0B65-4469-A529-E7F01A7E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8055908"/>
            <a:ext cx="1831032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Joongi Shin</a:t>
            </a:r>
          </a:p>
        </p:txBody>
      </p:sp>
      <p:sp>
        <p:nvSpPr>
          <p:cNvPr id="22" name="speakers-figcaption-11">
            <a:extLst xmlns:a="http://schemas.openxmlformats.org/drawingml/2006/main">
              <a:ext uri="{FF2B5EF4-FFF2-40B4-BE49-F238E27FC236}">
                <a16:creationId xmlns:a16="http://schemas.microsoft.com/office/drawing/2014/main" id="{6FA4D281-D9A9-4611-A076-FCB0F510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84" y="8055908"/>
            <a:ext cx="1983284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Jussi Hacklin</a:t>
            </a:r>
          </a:p>
        </p:txBody>
      </p:sp>
      <p:sp>
        <p:nvSpPr>
          <p:cNvPr id="23" name="speakers-figcaption-12">
            <a:extLst xmlns:a="http://schemas.openxmlformats.org/drawingml/2006/main">
              <a:ext uri="{FF2B5EF4-FFF2-40B4-BE49-F238E27FC236}">
                <a16:creationId xmlns:a16="http://schemas.microsoft.com/office/drawing/2014/main" id="{2E569295-6F11-4C9E-9608-BDF0D64C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496" y="8055908"/>
            <a:ext cx="2838748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Viljami Kuosmanen</a:t>
            </a:r>
          </a:p>
        </p:txBody>
      </p:sp>
      <p:sp>
        <p:nvSpPr>
          <p:cNvPr id="24" name="speakers-figcaption-13">
            <a:extLst xmlns:a="http://schemas.openxmlformats.org/drawingml/2006/main">
              <a:ext uri="{FF2B5EF4-FFF2-40B4-BE49-F238E27FC236}">
                <a16:creationId xmlns:a16="http://schemas.microsoft.com/office/drawing/2014/main" id="{9520AA35-A7ED-4CB3-8F3B-F2C90A24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09" y="8055908"/>
            <a:ext cx="2187625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Sini Tistelgrén</a:t>
            </a:r>
          </a:p>
        </p:txBody>
      </p:sp>
      <p:sp>
        <p:nvSpPr>
          <p:cNvPr id="25" name="speakers-figcaption-14">
            <a:extLst xmlns:a="http://schemas.openxmlformats.org/drawingml/2006/main">
              <a:ext uri="{FF2B5EF4-FFF2-40B4-BE49-F238E27FC236}">
                <a16:creationId xmlns:a16="http://schemas.microsoft.com/office/drawing/2014/main" id="{959AEA5B-E05E-405F-90A6-EC801714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6122" y="8055908"/>
            <a:ext cx="1384697" cy="36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162" b="1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Zak Allal</a:t>
            </a:r>
          </a:p>
        </p:txBody>
      </p:sp>
      <p:sp>
        <p:nvSpPr>
          <p:cNvPr id="26" name="speakers-span-15">
            <a:extLst xmlns:a="http://schemas.openxmlformats.org/drawingml/2006/main">
              <a:ext uri="{FF2B5EF4-FFF2-40B4-BE49-F238E27FC236}">
                <a16:creationId xmlns:a16="http://schemas.microsoft.com/office/drawing/2014/main" id="{CB453EBD-0155-4BC7-BA62-FEAE424E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27" name="speakers-span-16">
            <a:extLst xmlns:a="http://schemas.openxmlformats.org/drawingml/2006/main">
              <a:ext uri="{FF2B5EF4-FFF2-40B4-BE49-F238E27FC236}">
                <a16:creationId xmlns:a16="http://schemas.microsoft.com/office/drawing/2014/main" id="{64FB7DAF-8D71-4BFC-8964-B5CF4D2C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1083" y="9440446"/>
            <a:ext cx="692646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16754079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799D6-7F26-4125-AED8-0F37BF0201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618d4e9d54bac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BBFD3-6629-48B0-90E2-952AB8F3C4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e77a2cc8f4f75"/>
          <a:stretch xmlns:a="http://schemas.openxmlformats.org/drawingml/2006/main"/>
        </p:blipFill>
        <p:spPr>
          <a:xfrm xmlns:a="http://schemas.openxmlformats.org/drawingml/2006/main">
            <a:off x="984578" y="4166592"/>
            <a:ext cx="7664934" cy="1897261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FF87B-107D-4ECD-A008-CB93D13BAB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81a55f14304f8e"/>
          <a:stretch xmlns:a="http://schemas.openxmlformats.org/drawingml/2006/main"/>
        </p:blipFill>
        <p:spPr>
          <a:xfrm xmlns:a="http://schemas.openxmlformats.org/drawingml/2006/main">
            <a:off x="9691072" y="4216450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B4F19-9BB6-4BF1-9098-99110E6F92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92e4e42aa4005"/>
          <a:stretch xmlns:a="http://schemas.openxmlformats.org/drawingml/2006/main"/>
        </p:blipFill>
        <p:spPr>
          <a:xfrm xmlns:a="http://schemas.openxmlformats.org/drawingml/2006/main">
            <a:off x="13806255" y="4216450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DDA1B-E6E9-4D87-B94E-2A3F45325E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816f3084c4d04"/>
          <a:stretch xmlns:a="http://schemas.openxmlformats.org/drawingml/2006/main"/>
        </p:blipFill>
        <p:spPr>
          <a:xfrm xmlns:a="http://schemas.openxmlformats.org/drawingml/2006/main">
            <a:off x="9691072" y="5431185"/>
            <a:ext cx="3448984" cy="582662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A5BAA-65FD-4A49-9A4A-43F66CC72C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ba663d6474939"/>
          <a:stretch xmlns:a="http://schemas.openxmlformats.org/drawingml/2006/main"/>
        </p:blipFill>
        <p:spPr>
          <a:xfrm xmlns:a="http://schemas.openxmlformats.org/drawingml/2006/main">
            <a:off x="13806255" y="5431185"/>
            <a:ext cx="3439586" cy="582662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17529-A01B-4B3A-B31A-63E06BB1EC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fa6c09739e44f1"/>
          <a:stretch xmlns:a="http://schemas.openxmlformats.org/drawingml/2006/main"/>
        </p:blipFill>
        <p:spPr>
          <a:xfrm xmlns:a="http://schemas.openxmlformats.org/drawingml/2006/main">
            <a:off x="1049111" y="7178576"/>
            <a:ext cx="3375230" cy="682526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B37B7-4420-4865-9509-749D999EA1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fbe21bca74687"/>
          <a:stretch xmlns:a="http://schemas.openxmlformats.org/drawingml/2006/main"/>
        </p:blipFill>
        <p:spPr>
          <a:xfrm xmlns:a="http://schemas.openxmlformats.org/drawingml/2006/main">
            <a:off x="9607694" y="7095381"/>
            <a:ext cx="1735146" cy="848916"/>
          </a:xfrm>
          <a:prstGeom xmlns:a="http://schemas.openxmlformats.org/drawingml/2006/main" prst="rect">
            <a:avLst/>
          </a:prstGeom>
        </p:spPr>
      </p:pic>
      <p:sp>
        <p:nvSpPr>
          <p:cNvPr id="9" name="sponsors-span-1">
            <a:extLst xmlns:a="http://schemas.openxmlformats.org/drawingml/2006/main">
              <a:ext uri="{FF2B5EF4-FFF2-40B4-BE49-F238E27FC236}">
                <a16:creationId xmlns:a16="http://schemas.microsoft.com/office/drawing/2014/main" id="{EE05C12E-5058-41E0-ABDB-332BA232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10" name="sponsors-span-2">
            <a:extLst xmlns:a="http://schemas.openxmlformats.org/drawingml/2006/main">
              <a:ext uri="{FF2B5EF4-FFF2-40B4-BE49-F238E27FC236}">
                <a16:creationId xmlns:a16="http://schemas.microsoft.com/office/drawing/2014/main" id="{28E4D7CA-7094-4DCA-9C7B-55F9701A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11" name="sponsors-h1-3">
            <a:extLst xmlns:a="http://schemas.openxmlformats.org/drawingml/2006/main">
              <a:ext uri="{FF2B5EF4-FFF2-40B4-BE49-F238E27FC236}">
                <a16:creationId xmlns:a16="http://schemas.microsoft.com/office/drawing/2014/main" id="{02C71418-99ED-4A32-971E-B63FCD93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159839"/>
            <a:ext cx="10568583" cy="1274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7600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 SPONSORS</a:t>
            </a:r>
          </a:p>
        </p:txBody>
      </p:sp>
      <p:sp>
        <p:nvSpPr>
          <p:cNvPr id="12" name="sponsors-h2-4">
            <a:extLst xmlns:a="http://schemas.openxmlformats.org/drawingml/2006/main">
              <a:ext uri="{FF2B5EF4-FFF2-40B4-BE49-F238E27FC236}">
                <a16:creationId xmlns:a16="http://schemas.microsoft.com/office/drawing/2014/main" id="{0B42CE95-A942-45E8-86C7-0594BB99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603596"/>
            <a:ext cx="1761381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EPIC SPONSOR</a:t>
            </a:r>
          </a:p>
        </p:txBody>
      </p:sp>
      <p:sp>
        <p:nvSpPr>
          <p:cNvPr id="13" name="sponsors-h2-5">
            <a:extLst xmlns:a="http://schemas.openxmlformats.org/drawingml/2006/main">
              <a:ext uri="{FF2B5EF4-FFF2-40B4-BE49-F238E27FC236}">
                <a16:creationId xmlns:a16="http://schemas.microsoft.com/office/drawing/2014/main" id="{31AE1B8A-1AB1-4126-8188-F8995EC1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3603596"/>
            <a:ext cx="195619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TECH SPONSORS</a:t>
            </a:r>
          </a:p>
        </p:txBody>
      </p:sp>
      <p:sp>
        <p:nvSpPr>
          <p:cNvPr id="14" name="sponsors-h2-6">
            <a:extLst xmlns:a="http://schemas.openxmlformats.org/drawingml/2006/main">
              <a:ext uri="{FF2B5EF4-FFF2-40B4-BE49-F238E27FC236}">
                <a16:creationId xmlns:a16="http://schemas.microsoft.com/office/drawing/2014/main" id="{98FA783C-F23B-45A0-BC03-28A43CE6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565722"/>
            <a:ext cx="2042220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BRAND SPONSOR</a:t>
            </a:r>
          </a:p>
        </p:txBody>
      </p:sp>
      <p:sp>
        <p:nvSpPr>
          <p:cNvPr id="15" name="sponsors-h2-7">
            <a:extLst xmlns:a="http://schemas.openxmlformats.org/drawingml/2006/main">
              <a:ext uri="{FF2B5EF4-FFF2-40B4-BE49-F238E27FC236}">
                <a16:creationId xmlns:a16="http://schemas.microsoft.com/office/drawing/2014/main" id="{59FF965B-B6DB-47FC-BEE9-032509E2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6780" y="6565722"/>
            <a:ext cx="2335857" cy="263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572" b="1" spc="0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LOCATION SPONSOR</a:t>
            </a:r>
          </a:p>
        </p:txBody>
      </p:sp>
      <p:sp>
        <p:nvSpPr>
          <p:cNvPr id="16" name="sponsors-span-8">
            <a:extLst xmlns:a="http://schemas.openxmlformats.org/drawingml/2006/main">
              <a:ext uri="{FF2B5EF4-FFF2-40B4-BE49-F238E27FC236}">
                <a16:creationId xmlns:a16="http://schemas.microsoft.com/office/drawing/2014/main" id="{9CD40AFE-49A9-48C6-8FAB-93A55DE9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7" name="sponsors-span-9">
            <a:extLst xmlns:a="http://schemas.openxmlformats.org/drawingml/2006/main">
              <a:ext uri="{FF2B5EF4-FFF2-40B4-BE49-F238E27FC236}">
                <a16:creationId xmlns:a16="http://schemas.microsoft.com/office/drawing/2014/main" id="{3EA91F19-9AB3-4CE6-8F70-011A1DB4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5130" y="9440446"/>
            <a:ext cx="698599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14337401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58C28-FD3E-4D54-B724-DA399D710E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c8ae5a124d43c4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crew-span-1">
            <a:extLst xmlns:a="http://schemas.openxmlformats.org/drawingml/2006/main">
              <a:ext uri="{FF2B5EF4-FFF2-40B4-BE49-F238E27FC236}">
                <a16:creationId xmlns:a16="http://schemas.microsoft.com/office/drawing/2014/main" id="{F16CB683-A4CD-473A-A893-ADFAD436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crew-span-2">
            <a:extLst xmlns:a="http://schemas.openxmlformats.org/drawingml/2006/main">
              <a:ext uri="{FF2B5EF4-FFF2-40B4-BE49-F238E27FC236}">
                <a16:creationId xmlns:a16="http://schemas.microsoft.com/office/drawing/2014/main" id="{16F87D2E-2C69-4132-90A5-7E4306FE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crew-p-3">
            <a:extLst xmlns:a="http://schemas.openxmlformats.org/drawingml/2006/main">
              <a:ext uri="{FF2B5EF4-FFF2-40B4-BE49-F238E27FC236}">
                <a16:creationId xmlns:a16="http://schemas.microsoft.com/office/drawing/2014/main" id="{B9FEB099-BF55-4DF0-8BE4-43957F3A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334303"/>
            <a:ext cx="3963442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BEHIND THE SCENES</a:t>
            </a:r>
          </a:p>
        </p:txBody>
      </p:sp>
      <p:sp>
        <p:nvSpPr>
          <p:cNvPr id="5" name="crew-h1-4">
            <a:extLst xmlns:a="http://schemas.openxmlformats.org/drawingml/2006/main">
              <a:ext uri="{FF2B5EF4-FFF2-40B4-BE49-F238E27FC236}">
                <a16:creationId xmlns:a16="http://schemas.microsoft.com/office/drawing/2014/main" id="{7746F7BC-17EF-4EC7-9C69-EC45794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756697"/>
            <a:ext cx="9809411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YOU,</a:t>
            </a:r>
          </a:p>
        </p:txBody>
      </p:sp>
      <p:sp>
        <p:nvSpPr>
          <p:cNvPr id="6" name="crew-h1-5">
            <a:extLst xmlns:a="http://schemas.openxmlformats.org/drawingml/2006/main">
              <a:ext uri="{FF2B5EF4-FFF2-40B4-BE49-F238E27FC236}">
                <a16:creationId xmlns:a16="http://schemas.microsoft.com/office/drawing/2014/main" id="{63B02184-0ED0-4322-9D1F-1D0C2B20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364190"/>
            <a:ext cx="10721578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ORGANIZERS</a:t>
            </a:r>
          </a:p>
        </p:txBody>
      </p:sp>
      <p:sp>
        <p:nvSpPr>
          <p:cNvPr id="7" name="crew-p-6">
            <a:extLst xmlns:a="http://schemas.openxmlformats.org/drawingml/2006/main">
              <a:ext uri="{FF2B5EF4-FFF2-40B4-BE49-F238E27FC236}">
                <a16:creationId xmlns:a16="http://schemas.microsoft.com/office/drawing/2014/main" id="{CA934017-A104-4688-B9E0-5B92F4E2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602539"/>
            <a:ext cx="8480078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Our volunteers &amp; the Marsio team.</a:t>
            </a:r>
          </a:p>
        </p:txBody>
      </p:sp>
      <p:sp>
        <p:nvSpPr>
          <p:cNvPr id="8" name="crew-p-7">
            <a:extLst xmlns:a="http://schemas.openxmlformats.org/drawingml/2006/main">
              <a:ext uri="{FF2B5EF4-FFF2-40B4-BE49-F238E27FC236}">
                <a16:creationId xmlns:a16="http://schemas.microsoft.com/office/drawing/2014/main" id="{E0E9F2FE-BD0C-499D-8A55-A09DFA54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7584067"/>
            <a:ext cx="4734223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For making the day possible.</a:t>
            </a:r>
          </a:p>
        </p:txBody>
      </p:sp>
      <p:sp>
        <p:nvSpPr>
          <p:cNvPr id="9" name="crew-span-8">
            <a:extLst xmlns:a="http://schemas.openxmlformats.org/drawingml/2006/main">
              <a:ext uri="{FF2B5EF4-FFF2-40B4-BE49-F238E27FC236}">
                <a16:creationId xmlns:a16="http://schemas.microsoft.com/office/drawing/2014/main" id="{1680E397-15D8-48F7-8895-4B1B1976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10" name="crew-span-9">
            <a:extLst xmlns:a="http://schemas.openxmlformats.org/drawingml/2006/main">
              <a:ext uri="{FF2B5EF4-FFF2-40B4-BE49-F238E27FC236}">
                <a16:creationId xmlns:a16="http://schemas.microsoft.com/office/drawing/2014/main" id="{533FC938-40F6-4188-810C-2C628582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6767" y="9440446"/>
            <a:ext cx="696962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20111852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026586-6B4B-4362-9BF0-9A5522C4EF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01bf12b964202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attendees-span-1">
            <a:extLst xmlns:a="http://schemas.openxmlformats.org/drawingml/2006/main">
              <a:ext uri="{FF2B5EF4-FFF2-40B4-BE49-F238E27FC236}">
                <a16:creationId xmlns:a16="http://schemas.microsoft.com/office/drawing/2014/main" id="{BECD00A6-1DC3-429F-A63C-2244C49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attendees-span-2">
            <a:extLst xmlns:a="http://schemas.openxmlformats.org/drawingml/2006/main">
              <a:ext uri="{FF2B5EF4-FFF2-40B4-BE49-F238E27FC236}">
                <a16:creationId xmlns:a16="http://schemas.microsoft.com/office/drawing/2014/main" id="{0FDB5980-35E3-44E5-BF5D-C326A551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attendees-p-3">
            <a:extLst xmlns:a="http://schemas.openxmlformats.org/drawingml/2006/main">
              <a:ext uri="{FF2B5EF4-FFF2-40B4-BE49-F238E27FC236}">
                <a16:creationId xmlns:a16="http://schemas.microsoft.com/office/drawing/2014/main" id="{CBE5A955-0587-41C8-A425-EB85B089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2725275"/>
            <a:ext cx="5818138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1" spc="105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TO EVERYONE WHO JOINED US</a:t>
            </a:r>
          </a:p>
        </p:txBody>
      </p:sp>
      <p:sp>
        <p:nvSpPr>
          <p:cNvPr id="5" name="attendees-h1-4">
            <a:extLst xmlns:a="http://schemas.openxmlformats.org/drawingml/2006/main">
              <a:ext uri="{FF2B5EF4-FFF2-40B4-BE49-F238E27FC236}">
                <a16:creationId xmlns:a16="http://schemas.microsoft.com/office/drawing/2014/main" id="{0E03AB55-96C4-4328-915A-34D1A410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3147668"/>
            <a:ext cx="9281815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THANK YOU</a:t>
            </a:r>
          </a:p>
        </p:txBody>
      </p:sp>
      <p:sp>
        <p:nvSpPr>
          <p:cNvPr id="6" name="attendees-h1-5">
            <a:extLst xmlns:a="http://schemas.openxmlformats.org/drawingml/2006/main">
              <a:ext uri="{FF2B5EF4-FFF2-40B4-BE49-F238E27FC236}">
                <a16:creationId xmlns:a16="http://schemas.microsoft.com/office/drawing/2014/main" id="{7215BA12-99D2-4D0F-96A6-9C2F988E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4755161"/>
            <a:ext cx="14464457" cy="230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3759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FOR BEING HERE.</a:t>
            </a:r>
          </a:p>
        </p:txBody>
      </p:sp>
      <p:sp>
        <p:nvSpPr>
          <p:cNvPr id="7" name="attendees-p-6">
            <a:extLst xmlns:a="http://schemas.openxmlformats.org/drawingml/2006/main">
              <a:ext uri="{FF2B5EF4-FFF2-40B4-BE49-F238E27FC236}">
                <a16:creationId xmlns:a16="http://schemas.microsoft.com/office/drawing/2014/main" id="{F160B0F5-B734-4C31-A6EF-F087F799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6993511"/>
            <a:ext cx="11081593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For your questions, posters &amp; conversations.</a:t>
            </a:r>
          </a:p>
        </p:txBody>
      </p:sp>
      <p:sp>
        <p:nvSpPr>
          <p:cNvPr id="8" name="attendees-span-7">
            <a:extLst xmlns:a="http://schemas.openxmlformats.org/drawingml/2006/main">
              <a:ext uri="{FF2B5EF4-FFF2-40B4-BE49-F238E27FC236}">
                <a16:creationId xmlns:a16="http://schemas.microsoft.com/office/drawing/2014/main" id="{11BA2303-FF41-4B59-8B33-7B0AC9DA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attendees-span-8">
            <a:extLst xmlns:a="http://schemas.openxmlformats.org/drawingml/2006/main">
              <a:ext uri="{FF2B5EF4-FFF2-40B4-BE49-F238E27FC236}">
                <a16:creationId xmlns:a16="http://schemas.microsoft.com/office/drawing/2014/main" id="{4859D824-AA16-4209-8684-5CD3EC71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809" y="9440446"/>
            <a:ext cx="695920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1285589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6C42C-63FE-49F9-85A9-804E79C175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60c4114af4331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sp>
        <p:nvSpPr>
          <p:cNvPr id="2" name="group-photo-span-1">
            <a:extLst xmlns:a="http://schemas.openxmlformats.org/drawingml/2006/main">
              <a:ext uri="{FF2B5EF4-FFF2-40B4-BE49-F238E27FC236}">
                <a16:creationId xmlns:a16="http://schemas.microsoft.com/office/drawing/2014/main" id="{757D3800-0237-47A1-9991-6E79933B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3" name="group-photo-span-2">
            <a:extLst xmlns:a="http://schemas.openxmlformats.org/drawingml/2006/main">
              <a:ext uri="{FF2B5EF4-FFF2-40B4-BE49-F238E27FC236}">
                <a16:creationId xmlns:a16="http://schemas.microsoft.com/office/drawing/2014/main" id="{BB33D3EB-E7E9-4D50-88CC-A1C0ED13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4" name="group-photo-h1-3">
            <a:extLst xmlns:a="http://schemas.openxmlformats.org/drawingml/2006/main">
              <a:ext uri="{FF2B5EF4-FFF2-40B4-BE49-F238E27FC236}">
                <a16:creationId xmlns:a16="http://schemas.microsoft.com/office/drawing/2014/main" id="{6CC917F5-14E3-4916-84A9-84C9352F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4903" y="6554120"/>
            <a:ext cx="8166795" cy="1625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969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GROUP PHOTO</a:t>
            </a:r>
          </a:p>
        </p:txBody>
      </p:sp>
      <p:sp>
        <p:nvSpPr>
          <p:cNvPr id="5" name="group-photo-span-4">
            <a:extLst xmlns:a="http://schemas.openxmlformats.org/drawingml/2006/main">
              <a:ext uri="{FF2B5EF4-FFF2-40B4-BE49-F238E27FC236}">
                <a16:creationId xmlns:a16="http://schemas.microsoft.com/office/drawing/2014/main" id="{A75CE70C-9B3C-49CC-8C54-32C65FF9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6" name="group-photo-span-5">
            <a:extLst xmlns:a="http://schemas.openxmlformats.org/drawingml/2006/main">
              <a:ext uri="{FF2B5EF4-FFF2-40B4-BE49-F238E27FC236}">
                <a16:creationId xmlns:a16="http://schemas.microsoft.com/office/drawing/2014/main" id="{01B8A571-5FD2-43FB-B382-5A36585F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749" y="9440446"/>
            <a:ext cx="700980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6 / 8</a:t>
            </a:r>
          </a:p>
        </p:txBody>
      </p:sp>
    </p:spTree>
    <p:extLst>
      <p:ext uri="{BB962C8B-B14F-4D97-AF65-F5344CB8AC3E}">
        <p14:creationId xmlns:p14="http://schemas.microsoft.com/office/powerpoint/2010/main" val="14205212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90B9F-6947-41B7-BE3D-AB78EC726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553be59684fcf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DDFC7-008D-401A-B264-6BCA5E56EB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c8fb093614332"/>
          <a:stretch xmlns:a="http://schemas.openxmlformats.org/drawingml/2006/main"/>
        </p:blipFill>
        <p:spPr>
          <a:xfrm xmlns:a="http://schemas.openxmlformats.org/drawingml/2006/main">
            <a:off x="6148388" y="2202061"/>
            <a:ext cx="5991076" cy="599107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3020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8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A5070-E5B7-46D6-81E6-000738114C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fcefd9dd942a4"/>
          <a:stretch xmlns:a="http://schemas.openxmlformats.org/drawingml/2006/main"/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9A020-3A00-4C5B-9918-0BBA5373FC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6c8c9928a448d"/>
          <a:stretch xmlns:a="http://schemas.openxmlformats.org/drawingml/2006/main"/>
        </p:blipFill>
        <p:spPr>
          <a:xfrm xmlns:a="http://schemas.openxmlformats.org/drawingml/2006/main">
            <a:off x="824441" y="2701230"/>
            <a:ext cx="6019635" cy="4992588"/>
          </a:xfrm>
          <a:prstGeom xmlns:a="http://schemas.openxmlformats.org/drawingml/2006/main" prst="rect">
            <a:avLst/>
          </a:prstGeom>
        </p:spPr>
      </p:pic>
      <p:sp>
        <p:nvSpPr>
          <p:cNvPr id="3" name="afterparty-span-1">
            <a:extLst xmlns:a="http://schemas.openxmlformats.org/drawingml/2006/main">
              <a:ext uri="{FF2B5EF4-FFF2-40B4-BE49-F238E27FC236}">
                <a16:creationId xmlns:a16="http://schemas.microsoft.com/office/drawing/2014/main" id="{8744AA83-3B73-41C2-82B5-8EB9719D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595168"/>
            <a:ext cx="1216670" cy="373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2228" b="1" spc="83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SDLCAI</a:t>
            </a:r>
          </a:p>
        </p:txBody>
      </p:sp>
      <p:sp>
        <p:nvSpPr>
          <p:cNvPr id="4" name="afterparty-span-2">
            <a:extLst xmlns:a="http://schemas.openxmlformats.org/drawingml/2006/main">
              <a:ext uri="{FF2B5EF4-FFF2-40B4-BE49-F238E27FC236}">
                <a16:creationId xmlns:a16="http://schemas.microsoft.com/office/drawing/2014/main" id="{8BBDDF0E-B48F-4038-9D17-3B749FB9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0853" y="662117"/>
            <a:ext cx="3012877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13 OCTOBER 2026 / MARSIO</a:t>
            </a:r>
          </a:p>
        </p:txBody>
      </p:sp>
      <p:sp>
        <p:nvSpPr>
          <p:cNvPr id="5" name="afterparty-h1-3">
            <a:extLst xmlns:a="http://schemas.openxmlformats.org/drawingml/2006/main">
              <a:ext uri="{FF2B5EF4-FFF2-40B4-BE49-F238E27FC236}">
                <a16:creationId xmlns:a16="http://schemas.microsoft.com/office/drawing/2014/main" id="{50DFDF86-783C-468F-AFF0-23C972E9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3416941"/>
            <a:ext cx="8434239" cy="1845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defPPr>
          </a:lstStyle>
          <a:p xmlns:a="http://schemas.openxmlformats.org/drawingml/2006/main">
            <a:pPr algn="l">
              <a:def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defRPr>
            </a:pPr>
            <a:r>
              <a:rPr sz="11007" b="1" spc="0" kern="0">
                <a:solidFill>
                  <a:srgbClr val="F6F4EF"/>
                </a:solidFill>
                <a:latin typeface="Finlandica Headline"/>
                <a:ea typeface="Finlandica Headline"/>
                <a:cs typeface="Finlandica Headline"/>
              </a:rPr>
              <a:t>AFTERPARTY</a:t>
            </a:r>
          </a:p>
        </p:txBody>
      </p:sp>
      <p:sp>
        <p:nvSpPr>
          <p:cNvPr id="6" name="afterparty-p-4">
            <a:extLst xmlns:a="http://schemas.openxmlformats.org/drawingml/2006/main">
              <a:ext uri="{FF2B5EF4-FFF2-40B4-BE49-F238E27FC236}">
                <a16:creationId xmlns:a16="http://schemas.microsoft.com/office/drawing/2014/main" id="{B1FCA448-22BB-4015-B6CF-21D34430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5376195"/>
            <a:ext cx="5219700" cy="6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4062" b="0" spc="0" kern="0">
                <a:solidFill>
                  <a:srgbClr val="F6F4EF"/>
                </a:solidFill>
                <a:latin typeface="Finlandica Text"/>
                <a:ea typeface="Finlandica Text"/>
                <a:cs typeface="Finlandica Text"/>
              </a:rPr>
              <a:t>Right here at Marsio.</a:t>
            </a:r>
          </a:p>
        </p:txBody>
      </p:sp>
      <p:sp>
        <p:nvSpPr>
          <p:cNvPr id="7" name="afterparty-p-5">
            <a:extLst xmlns:a="http://schemas.openxmlformats.org/drawingml/2006/main">
              <a:ext uri="{FF2B5EF4-FFF2-40B4-BE49-F238E27FC236}">
                <a16:creationId xmlns:a16="http://schemas.microsoft.com/office/drawing/2014/main" id="{3382DAFE-41F4-487E-A729-0C290E1A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45" y="6274528"/>
            <a:ext cx="2068116" cy="439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2621" b="0" spc="0" kern="0">
                <a:solidFill>
                  <a:srgbClr val="B3B2AE"/>
                </a:solidFill>
                <a:latin typeface="Finlandica Text"/>
                <a:ea typeface="Finlandica Text"/>
                <a:cs typeface="Finlandica Text"/>
              </a:rPr>
              <a:t>17:15-21:00</a:t>
            </a:r>
          </a:p>
        </p:txBody>
      </p:sp>
      <p:sp>
        <p:nvSpPr>
          <p:cNvPr id="8" name="afterparty-span-6">
            <a:extLst xmlns:a="http://schemas.openxmlformats.org/drawingml/2006/main">
              <a:ext uri="{FF2B5EF4-FFF2-40B4-BE49-F238E27FC236}">
                <a16:creationId xmlns:a16="http://schemas.microsoft.com/office/drawing/2014/main" id="{1B41AF9E-E736-4347-8C9A-569CF3AA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71" y="9440446"/>
            <a:ext cx="1700808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AI MEETS SDLC</a:t>
            </a:r>
          </a:p>
        </p:txBody>
      </p:sp>
      <p:sp>
        <p:nvSpPr>
          <p:cNvPr id="9" name="afterparty-span-7">
            <a:extLst xmlns:a="http://schemas.openxmlformats.org/drawingml/2006/main">
              <a:ext uri="{FF2B5EF4-FFF2-40B4-BE49-F238E27FC236}">
                <a16:creationId xmlns:a16="http://schemas.microsoft.com/office/drawing/2014/main" id="{DE84D131-27D4-49F4-AB61-D87A8BC1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0516" y="9440446"/>
            <a:ext cx="703213" cy="230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defPPr>
          </a:lstStyle>
          <a:p xmlns:a="http://schemas.openxmlformats.org/drawingml/2006/main">
            <a:pPr algn="l">
              <a:def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defRPr>
            </a:pPr>
            <a:r>
              <a:rPr sz="1376" b="1" spc="83" kern="0">
                <a:solidFill>
                  <a:srgbClr val="A3A19E"/>
                </a:solidFill>
                <a:latin typeface="Finlandica Text"/>
                <a:ea typeface="Finlandica Text"/>
                <a:cs typeface="Finlandica Text"/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5357350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2026-10-12T12:57:56.5550000Z</dcterms:created>
  <dcterms:modified xsi:type="dcterms:W3CDTF">2026-10-12T12:57:56.5550000Z</dcterms:modified>
</coreProperties>
</file>